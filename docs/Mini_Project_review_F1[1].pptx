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5"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73" r:id="rId13"/>
    <p:sldId id="267" r:id="rId14"/>
    <p:sldId id="268" r:id="rId15"/>
    <p:sldId id="269" r:id="rId16"/>
    <p:sldId id="270" r:id="rId17"/>
    <p:sldId id="271" r:id="rId18"/>
    <p:sldId id="272" r:id="rId19"/>
  </p:sldIdLst>
  <p:sldSz cx="9144000" cy="6858000" type="screen4x3"/>
  <p:notesSz cx="6858000" cy="9144000"/>
  <p:embeddedFontLst>
    <p:embeddedFont>
      <p:font typeface="Constantia" panose="02030602050306030303" pitchFamily="18" charset="0"/>
      <p:regular r:id="rId21"/>
      <p:bold r:id="rId22"/>
      <p:italic r:id="rId23"/>
      <p:boldItalic r:id="rId24"/>
    </p:embeddedFont>
    <p:embeddedFont>
      <p:font typeface="Corbel" panose="020B0503020204020204" pitchFamily="34"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9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1CFEA25-C783-4924-AB34-857E831B50A3}">
  <a:tblStyle styleId="{51CFEA25-C783-4924-AB34-857E831B50A3}"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A04F7A0-8408-4207-9BE1-253A53803FA9}" styleName="Table_1">
    <a:wholeTbl>
      <a:tcTxStyle b="off" i="off">
        <a:font>
          <a:latin typeface="Corbel"/>
          <a:ea typeface="Corbel"/>
          <a:cs typeface="Corbe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F1FB"/>
          </a:solidFill>
        </a:fill>
      </a:tcStyle>
    </a:wholeTbl>
    <a:band1H>
      <a:tcTxStyle/>
      <a:tcStyle>
        <a:tcBdr/>
        <a:fill>
          <a:solidFill>
            <a:srgbClr val="CCE2F8"/>
          </a:solidFill>
        </a:fill>
      </a:tcStyle>
    </a:band1H>
    <a:band2H>
      <a:tcTxStyle/>
      <a:tcStyle>
        <a:tcBdr/>
      </a:tcStyle>
    </a:band2H>
    <a:band1V>
      <a:tcTxStyle/>
      <a:tcStyle>
        <a:tcBdr/>
        <a:fill>
          <a:solidFill>
            <a:srgbClr val="CCE2F8"/>
          </a:solidFill>
        </a:fill>
      </a:tcStyle>
    </a:band1V>
    <a:band2V>
      <a:tcTxStyle/>
      <a:tcStyle>
        <a:tcBdr/>
      </a:tcStyle>
    </a:band2V>
    <a:lastCol>
      <a:tcTxStyle b="on" i="off">
        <a:font>
          <a:latin typeface="Corbel"/>
          <a:ea typeface="Corbel"/>
          <a:cs typeface="Corbel"/>
        </a:font>
        <a:schemeClr val="lt1"/>
      </a:tcTxStyle>
      <a:tcStyle>
        <a:tcBdr/>
        <a:fill>
          <a:solidFill>
            <a:schemeClr val="accent1"/>
          </a:solidFill>
        </a:fill>
      </a:tcStyle>
    </a:lastCol>
    <a:firstCol>
      <a:tcTxStyle b="on" i="off">
        <a:font>
          <a:latin typeface="Corbel"/>
          <a:ea typeface="Corbel"/>
          <a:cs typeface="Corbel"/>
        </a:font>
        <a:schemeClr val="lt1"/>
      </a:tcTxStyle>
      <a:tcStyle>
        <a:tcBdr/>
        <a:fill>
          <a:solidFill>
            <a:schemeClr val="accent1"/>
          </a:solidFill>
        </a:fill>
      </a:tcStyle>
    </a:firstCol>
    <a:lastRow>
      <a:tcTxStyle b="on" i="off">
        <a:font>
          <a:latin typeface="Corbel"/>
          <a:ea typeface="Corbel"/>
          <a:cs typeface="Corbe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orbel"/>
          <a:ea typeface="Corbel"/>
          <a:cs typeface="Corbe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62"/>
      </p:cViewPr>
      <p:guideLst>
        <p:guide orient="horz" pos="219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1400"/>
              <a:buFont typeface="Calibri"/>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Clr>
                <a:schemeClr val="dk1"/>
              </a:buClr>
              <a:buSzPts val="1400"/>
              <a:buFont typeface="Calibri"/>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chemeClr val="dk1"/>
              </a:buClr>
              <a:buSzPts val="1400"/>
              <a:buFont typeface="Calibri"/>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Clr>
                <a:schemeClr val="dk1"/>
              </a:buClr>
              <a:buSzPts val="1200"/>
              <a:buFont typeface="Calibri"/>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6" name="Google Shape;146;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Arpana</a:t>
            </a:r>
            <a:endParaRPr/>
          </a:p>
        </p:txBody>
      </p:sp>
      <p:sp>
        <p:nvSpPr>
          <p:cNvPr id="147" name="Google Shape;147;p1: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400"/>
              <a:buFont typeface="Calibri"/>
              <a:buNone/>
            </a:pPr>
            <a:endParaRPr/>
          </a:p>
        </p:txBody>
      </p:sp>
      <p:sp>
        <p:nvSpPr>
          <p:cNvPr id="148" name="Google Shape;148;p1: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1"/>
              </a:buClr>
              <a:buSzPts val="1400"/>
              <a:buFont typeface="Calibri"/>
              <a:buNone/>
            </a:pPr>
            <a:endParaRPr/>
          </a:p>
        </p:txBody>
      </p:sp>
      <p:sp>
        <p:nvSpPr>
          <p:cNvPr id="149" name="Google Shape;149;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800"/>
              <a:buFont typeface="Arial"/>
              <a:buNone/>
            </a:pPr>
            <a:fld id="{00000000-1234-1234-1234-123412341234}" type="slidenum">
              <a:rPr lang="en-US"/>
              <a:t>1</a:t>
            </a:fld>
            <a:endParaRPr/>
          </a:p>
        </p:txBody>
      </p:sp>
      <p:sp>
        <p:nvSpPr>
          <p:cNvPr id="150" name="Google Shape;150;p1:notes"/>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Calibri"/>
              <a:buNone/>
            </a:pPr>
            <a:r>
              <a:rPr lang="en-US"/>
              <a:t>04-12-2021</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ap</a:t>
            </a:r>
            <a:endParaRPr/>
          </a:p>
        </p:txBody>
      </p:sp>
      <p:sp>
        <p:nvSpPr>
          <p:cNvPr id="159" name="Google Shape;159;p2: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400"/>
              <a:buFont typeface="Calibri"/>
              <a:buNone/>
            </a:pPr>
            <a:endParaRPr/>
          </a:p>
        </p:txBody>
      </p:sp>
      <p:sp>
        <p:nvSpPr>
          <p:cNvPr id="160" name="Google Shape;160;p2: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1"/>
              </a:buClr>
              <a:buSzPts val="1400"/>
              <a:buFont typeface="Calibri"/>
              <a:buNone/>
            </a:pPr>
            <a:endParaRPr/>
          </a:p>
        </p:txBody>
      </p:sp>
      <p:sp>
        <p:nvSpPr>
          <p:cNvPr id="161" name="Google Shape;161;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800"/>
              <a:buFont typeface="Arial"/>
              <a:buNone/>
            </a:pPr>
            <a:fld id="{00000000-1234-1234-1234-123412341234}" type="slidenum">
              <a:rPr lang="en-US"/>
              <a:t>2</a:t>
            </a:fld>
            <a:endParaRPr/>
          </a:p>
        </p:txBody>
      </p:sp>
      <p:sp>
        <p:nvSpPr>
          <p:cNvPr id="162" name="Google Shape;162;p2:notes"/>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Calibri"/>
              <a:buNone/>
            </a:pPr>
            <a:r>
              <a:rPr lang="en-US"/>
              <a:t>04-12-2021</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Niha</a:t>
            </a:r>
            <a:endParaRPr/>
          </a:p>
        </p:txBody>
      </p:sp>
      <p:sp>
        <p:nvSpPr>
          <p:cNvPr id="171" name="Google Shape;171;p3: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400"/>
              <a:buFont typeface="Calibri"/>
              <a:buNone/>
            </a:pPr>
            <a:endParaRPr/>
          </a:p>
        </p:txBody>
      </p:sp>
      <p:sp>
        <p:nvSpPr>
          <p:cNvPr id="172" name="Google Shape;172;p3:notes"/>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Calibri"/>
              <a:buNone/>
            </a:pPr>
            <a:r>
              <a:rPr lang="en-US"/>
              <a:t>04-12-2021</a:t>
            </a:r>
            <a:endParaRPr/>
          </a:p>
        </p:txBody>
      </p:sp>
      <p:sp>
        <p:nvSpPr>
          <p:cNvPr id="173" name="Google Shape;173;p3: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1"/>
              </a:buClr>
              <a:buSzPts val="1400"/>
              <a:buFont typeface="Calibri"/>
              <a:buNone/>
            </a:pPr>
            <a:endParaRPr/>
          </a:p>
        </p:txBody>
      </p:sp>
      <p:sp>
        <p:nvSpPr>
          <p:cNvPr id="174" name="Google Shape;174;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8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Anusree</a:t>
            </a:r>
            <a:endParaRPr/>
          </a:p>
        </p:txBody>
      </p:sp>
      <p:sp>
        <p:nvSpPr>
          <p:cNvPr id="183" name="Google Shape;183;p4: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400"/>
              <a:buFont typeface="Calibri"/>
              <a:buNone/>
            </a:pPr>
            <a:endParaRPr/>
          </a:p>
        </p:txBody>
      </p:sp>
      <p:sp>
        <p:nvSpPr>
          <p:cNvPr id="184" name="Google Shape;184;p4:notes"/>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Calibri"/>
              <a:buNone/>
            </a:pPr>
            <a:r>
              <a:rPr lang="en-US"/>
              <a:t>04-12-2021</a:t>
            </a:r>
            <a:endParaRPr/>
          </a:p>
        </p:txBody>
      </p:sp>
      <p:sp>
        <p:nvSpPr>
          <p:cNvPr id="185" name="Google Shape;185;p4: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1"/>
              </a:buClr>
              <a:buSzPts val="1400"/>
              <a:buFont typeface="Calibri"/>
              <a:buNone/>
            </a:pPr>
            <a:endParaRPr/>
          </a:p>
        </p:txBody>
      </p:sp>
      <p:sp>
        <p:nvSpPr>
          <p:cNvPr id="186" name="Google Shape;186;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8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2" name="Google Shape;202;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Pooja</a:t>
            </a:r>
            <a:endParaRPr/>
          </a:p>
        </p:txBody>
      </p:sp>
      <p:sp>
        <p:nvSpPr>
          <p:cNvPr id="203" name="Google Shape;203;p6: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400"/>
              <a:buFont typeface="Calibri"/>
              <a:buNone/>
            </a:pPr>
            <a:endParaRPr/>
          </a:p>
        </p:txBody>
      </p:sp>
      <p:sp>
        <p:nvSpPr>
          <p:cNvPr id="204" name="Google Shape;204;p6:notes"/>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Calibri"/>
              <a:buNone/>
            </a:pPr>
            <a:r>
              <a:rPr lang="en-US"/>
              <a:t>04-12-2021</a:t>
            </a:r>
            <a:endParaRPr/>
          </a:p>
        </p:txBody>
      </p:sp>
      <p:sp>
        <p:nvSpPr>
          <p:cNvPr id="205" name="Google Shape;205;p6: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1"/>
              </a:buClr>
              <a:buSzPts val="1400"/>
              <a:buFont typeface="Calibri"/>
              <a:buNone/>
            </a:pPr>
            <a:endParaRPr/>
          </a:p>
        </p:txBody>
      </p:sp>
      <p:sp>
        <p:nvSpPr>
          <p:cNvPr id="206" name="Google Shape;206;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8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 name="Google Shape;215;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Pooja</a:t>
            </a:r>
            <a:endParaRPr/>
          </a:p>
        </p:txBody>
      </p:sp>
      <p:sp>
        <p:nvSpPr>
          <p:cNvPr id="216" name="Google Shape;216;p7: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400"/>
              <a:buFont typeface="Calibri"/>
              <a:buNone/>
            </a:pPr>
            <a:endParaRPr/>
          </a:p>
        </p:txBody>
      </p:sp>
      <p:sp>
        <p:nvSpPr>
          <p:cNvPr id="217" name="Google Shape;217;p7:notes"/>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Calibri"/>
              <a:buNone/>
            </a:pPr>
            <a:r>
              <a:rPr lang="en-US"/>
              <a:t>04-12-2021</a:t>
            </a:r>
            <a:endParaRPr/>
          </a:p>
        </p:txBody>
      </p:sp>
      <p:sp>
        <p:nvSpPr>
          <p:cNvPr id="218" name="Google Shape;218;p7: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1"/>
              </a:buClr>
              <a:buSzPts val="1400"/>
              <a:buFont typeface="Calibri"/>
              <a:buNone/>
            </a:pPr>
            <a:endParaRPr/>
          </a:p>
        </p:txBody>
      </p:sp>
      <p:sp>
        <p:nvSpPr>
          <p:cNvPr id="219" name="Google Shape;219;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8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Pooja</a:t>
            </a:r>
            <a:endParaRPr/>
          </a:p>
        </p:txBody>
      </p:sp>
      <p:sp>
        <p:nvSpPr>
          <p:cNvPr id="231" name="Google Shape;231;p8: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400"/>
              <a:buFont typeface="Calibri"/>
              <a:buNone/>
            </a:pPr>
            <a:endParaRPr/>
          </a:p>
        </p:txBody>
      </p:sp>
      <p:sp>
        <p:nvSpPr>
          <p:cNvPr id="232" name="Google Shape;232;p8:notes"/>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Calibri"/>
              <a:buNone/>
            </a:pPr>
            <a:r>
              <a:rPr lang="en-US"/>
              <a:t>04-12-2021</a:t>
            </a:r>
            <a:endParaRPr/>
          </a:p>
        </p:txBody>
      </p:sp>
      <p:sp>
        <p:nvSpPr>
          <p:cNvPr id="233" name="Google Shape;233;p8: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1"/>
              </a:buClr>
              <a:buSzPts val="1400"/>
              <a:buFont typeface="Calibri"/>
              <a:buNone/>
            </a:pPr>
            <a:endParaRPr/>
          </a:p>
        </p:txBody>
      </p:sp>
      <p:sp>
        <p:nvSpPr>
          <p:cNvPr id="234" name="Google Shape;234;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8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7" name="Google Shape;247;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Pooja</a:t>
            </a:r>
            <a:endParaRPr/>
          </a:p>
        </p:txBody>
      </p:sp>
      <p:sp>
        <p:nvSpPr>
          <p:cNvPr id="248" name="Google Shape;248;p9: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400"/>
              <a:buFont typeface="Calibri"/>
              <a:buNone/>
            </a:pPr>
            <a:endParaRPr/>
          </a:p>
        </p:txBody>
      </p:sp>
      <p:sp>
        <p:nvSpPr>
          <p:cNvPr id="249" name="Google Shape;249;p9:notes"/>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Calibri"/>
              <a:buNone/>
            </a:pPr>
            <a:r>
              <a:rPr lang="en-US"/>
              <a:t>04-12-2021</a:t>
            </a:r>
            <a:endParaRPr/>
          </a:p>
        </p:txBody>
      </p:sp>
      <p:sp>
        <p:nvSpPr>
          <p:cNvPr id="250" name="Google Shape;250;p9: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1"/>
              </a:buClr>
              <a:buSzPts val="1400"/>
              <a:buFont typeface="Calibri"/>
              <a:buNone/>
            </a:pPr>
            <a:endParaRPr/>
          </a:p>
        </p:txBody>
      </p:sp>
      <p:sp>
        <p:nvSpPr>
          <p:cNvPr id="251" name="Google Shape;251;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8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a:extLst>
            <a:ext uri="{FF2B5EF4-FFF2-40B4-BE49-F238E27FC236}">
              <a16:creationId xmlns:a16="http://schemas.microsoft.com/office/drawing/2014/main" id="{1182AA78-7D0F-05F3-FB2F-0C095A596E5E}"/>
            </a:ext>
          </a:extLst>
        </p:cNvPr>
        <p:cNvGrpSpPr/>
        <p:nvPr/>
      </p:nvGrpSpPr>
      <p:grpSpPr>
        <a:xfrm>
          <a:off x="0" y="0"/>
          <a:ext cx="0" cy="0"/>
          <a:chOff x="0" y="0"/>
          <a:chExt cx="0" cy="0"/>
        </a:xfrm>
      </p:grpSpPr>
      <p:sp>
        <p:nvSpPr>
          <p:cNvPr id="275" name="Google Shape;275;p11:notes">
            <a:extLst>
              <a:ext uri="{FF2B5EF4-FFF2-40B4-BE49-F238E27FC236}">
                <a16:creationId xmlns:a16="http://schemas.microsoft.com/office/drawing/2014/main" id="{F088C3F4-3E8D-5D7D-7068-226762BB0CCB}"/>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p11:notes">
            <a:extLst>
              <a:ext uri="{FF2B5EF4-FFF2-40B4-BE49-F238E27FC236}">
                <a16:creationId xmlns:a16="http://schemas.microsoft.com/office/drawing/2014/main" id="{161D5FEF-C7D2-F51E-6FC6-555A0FC1C1C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17603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0" name="Google Shape;290;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7" name="Google Shape;297;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8" name="Google Shape;298;p13: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400"/>
              <a:buFont typeface="Calibri"/>
              <a:buNone/>
            </a:pPr>
            <a:endParaRPr/>
          </a:p>
        </p:txBody>
      </p:sp>
      <p:sp>
        <p:nvSpPr>
          <p:cNvPr id="299" name="Google Shape;299;p13:notes"/>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Calibri"/>
              <a:buNone/>
            </a:pPr>
            <a:r>
              <a:rPr lang="en-US"/>
              <a:t>04-12-2021</a:t>
            </a:r>
            <a:endParaRPr/>
          </a:p>
        </p:txBody>
      </p:sp>
      <p:sp>
        <p:nvSpPr>
          <p:cNvPr id="300" name="Google Shape;300;p13: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1"/>
              </a:buClr>
              <a:buSzPts val="1400"/>
              <a:buFont typeface="Calibri"/>
              <a:buNone/>
            </a:pPr>
            <a:endParaRPr/>
          </a:p>
        </p:txBody>
      </p:sp>
      <p:sp>
        <p:nvSpPr>
          <p:cNvPr id="301" name="Google Shape;301;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8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9" name="Google Shape;309;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7" name="Google Shape;317;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5" name="Google Shape;325;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ap</a:t>
            </a:r>
            <a:endParaRPr/>
          </a:p>
        </p:txBody>
      </p:sp>
      <p:sp>
        <p:nvSpPr>
          <p:cNvPr id="333" name="Google Shape;333;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2"/>
        <p:cNvGrpSpPr/>
        <p:nvPr/>
      </p:nvGrpSpPr>
      <p:grpSpPr>
        <a:xfrm>
          <a:off x="0" y="0"/>
          <a:ext cx="0" cy="0"/>
          <a:chOff x="0" y="0"/>
          <a:chExt cx="0" cy="0"/>
        </a:xfrm>
      </p:grpSpPr>
      <p:grpSp>
        <p:nvGrpSpPr>
          <p:cNvPr id="23" name="Google Shape;23;p2"/>
          <p:cNvGrpSpPr/>
          <p:nvPr/>
        </p:nvGrpSpPr>
        <p:grpSpPr>
          <a:xfrm>
            <a:off x="203200" y="0"/>
            <a:ext cx="3778250" cy="6858001"/>
            <a:chOff x="203200" y="0"/>
            <a:chExt cx="3778250" cy="6858001"/>
          </a:xfrm>
        </p:grpSpPr>
        <p:sp>
          <p:nvSpPr>
            <p:cNvPr id="24" name="Google Shape;24;p2"/>
            <p:cNvSpPr/>
            <p:nvPr/>
          </p:nvSpPr>
          <p:spPr>
            <a:xfrm>
              <a:off x="641350" y="0"/>
              <a:ext cx="1365250" cy="3971925"/>
            </a:xfrm>
            <a:custGeom>
              <a:avLst/>
              <a:gdLst/>
              <a:ahLst/>
              <a:cxnLst/>
              <a:rect l="l" t="t" r="r" b="b"/>
              <a:pathLst>
                <a:path w="860" h="2502" extrusionOk="0">
                  <a:moveTo>
                    <a:pt x="0" y="2445"/>
                  </a:moveTo>
                  <a:lnTo>
                    <a:pt x="228" y="2502"/>
                  </a:lnTo>
                  <a:lnTo>
                    <a:pt x="860" y="0"/>
                  </a:lnTo>
                  <a:lnTo>
                    <a:pt x="620" y="0"/>
                  </a:lnTo>
                  <a:lnTo>
                    <a:pt x="0" y="2445"/>
                  </a:lnTo>
                  <a:close/>
                </a:path>
              </a:pathLst>
            </a:custGeom>
            <a:solidFill>
              <a:schemeClr val="accent1"/>
            </a:solidFill>
            <a:ln>
              <a:noFill/>
            </a:ln>
          </p:spPr>
          <p:txBody>
            <a:bodyPr/>
            <a:lstStyle/>
            <a:p>
              <a:endParaRPr lang="en-IN"/>
            </a:p>
          </p:txBody>
        </p:sp>
        <p:sp>
          <p:nvSpPr>
            <p:cNvPr id="25" name="Google Shape;25;p2"/>
            <p:cNvSpPr/>
            <p:nvPr/>
          </p:nvSpPr>
          <p:spPr>
            <a:xfrm>
              <a:off x="203200" y="0"/>
              <a:ext cx="1336675" cy="3862388"/>
            </a:xfrm>
            <a:custGeom>
              <a:avLst/>
              <a:gdLst/>
              <a:ahLst/>
              <a:cxnLst/>
              <a:rect l="l" t="t" r="r" b="b"/>
              <a:pathLst>
                <a:path w="842" h="2433" extrusionOk="0">
                  <a:moveTo>
                    <a:pt x="842" y="0"/>
                  </a:moveTo>
                  <a:lnTo>
                    <a:pt x="602" y="0"/>
                  </a:lnTo>
                  <a:lnTo>
                    <a:pt x="0" y="2376"/>
                  </a:lnTo>
                  <a:lnTo>
                    <a:pt x="228" y="2433"/>
                  </a:lnTo>
                  <a:lnTo>
                    <a:pt x="842" y="0"/>
                  </a:lnTo>
                  <a:close/>
                </a:path>
              </a:pathLst>
            </a:custGeom>
            <a:solidFill>
              <a:srgbClr val="595959"/>
            </a:solidFill>
            <a:ln>
              <a:noFill/>
            </a:ln>
          </p:spPr>
          <p:txBody>
            <a:bodyPr/>
            <a:lstStyle/>
            <a:p>
              <a:endParaRPr lang="en-IN"/>
            </a:p>
          </p:txBody>
        </p:sp>
        <p:sp>
          <p:nvSpPr>
            <p:cNvPr id="26" name="Google Shape;26;p2"/>
            <p:cNvSpPr/>
            <p:nvPr/>
          </p:nvSpPr>
          <p:spPr>
            <a:xfrm>
              <a:off x="207963" y="3776663"/>
              <a:ext cx="1936750" cy="3081338"/>
            </a:xfrm>
            <a:custGeom>
              <a:avLst/>
              <a:gdLst/>
              <a:ahLst/>
              <a:cxnLst/>
              <a:rect l="l" t="t" r="r" b="b"/>
              <a:pathLst>
                <a:path w="1220" h="1941" extrusionOk="0">
                  <a:moveTo>
                    <a:pt x="0" y="0"/>
                  </a:moveTo>
                  <a:lnTo>
                    <a:pt x="1166" y="1941"/>
                  </a:lnTo>
                  <a:lnTo>
                    <a:pt x="1220" y="1941"/>
                  </a:lnTo>
                  <a:lnTo>
                    <a:pt x="0" y="0"/>
                  </a:lnTo>
                  <a:close/>
                </a:path>
              </a:pathLst>
            </a:custGeom>
            <a:solidFill>
              <a:srgbClr val="262626"/>
            </a:solidFill>
            <a:ln>
              <a:noFill/>
            </a:ln>
          </p:spPr>
          <p:txBody>
            <a:bodyPr/>
            <a:lstStyle/>
            <a:p>
              <a:endParaRPr lang="en-IN"/>
            </a:p>
          </p:txBody>
        </p:sp>
        <p:sp>
          <p:nvSpPr>
            <p:cNvPr id="27" name="Google Shape;27;p2"/>
            <p:cNvSpPr/>
            <p:nvPr/>
          </p:nvSpPr>
          <p:spPr>
            <a:xfrm>
              <a:off x="646113" y="3886200"/>
              <a:ext cx="2373313" cy="2971800"/>
            </a:xfrm>
            <a:custGeom>
              <a:avLst/>
              <a:gdLst/>
              <a:ahLst/>
              <a:cxnLst/>
              <a:rect l="l" t="t" r="r" b="b"/>
              <a:pathLst>
                <a:path w="1495" h="1872" extrusionOk="0">
                  <a:moveTo>
                    <a:pt x="1495" y="1872"/>
                  </a:moveTo>
                  <a:lnTo>
                    <a:pt x="0" y="0"/>
                  </a:lnTo>
                  <a:lnTo>
                    <a:pt x="1442" y="1872"/>
                  </a:lnTo>
                  <a:lnTo>
                    <a:pt x="1495" y="1872"/>
                  </a:lnTo>
                  <a:close/>
                </a:path>
              </a:pathLst>
            </a:custGeom>
            <a:solidFill>
              <a:srgbClr val="0B5982"/>
            </a:solidFill>
            <a:ln>
              <a:noFill/>
            </a:ln>
          </p:spPr>
          <p:txBody>
            <a:bodyPr/>
            <a:lstStyle/>
            <a:p>
              <a:endParaRPr lang="en-IN"/>
            </a:p>
          </p:txBody>
        </p:sp>
        <p:sp>
          <p:nvSpPr>
            <p:cNvPr id="28" name="Google Shape;28;p2"/>
            <p:cNvSpPr/>
            <p:nvPr/>
          </p:nvSpPr>
          <p:spPr>
            <a:xfrm>
              <a:off x="641350" y="3881438"/>
              <a:ext cx="3340100" cy="2976563"/>
            </a:xfrm>
            <a:custGeom>
              <a:avLst/>
              <a:gdLst/>
              <a:ahLst/>
              <a:cxnLst/>
              <a:rect l="l" t="t" r="r" b="b"/>
              <a:pathLst>
                <a:path w="2104" h="1875" extrusionOk="0">
                  <a:moveTo>
                    <a:pt x="0" y="0"/>
                  </a:moveTo>
                  <a:lnTo>
                    <a:pt x="3" y="3"/>
                  </a:lnTo>
                  <a:lnTo>
                    <a:pt x="1498" y="1875"/>
                  </a:lnTo>
                  <a:lnTo>
                    <a:pt x="2104" y="1875"/>
                  </a:lnTo>
                  <a:lnTo>
                    <a:pt x="228" y="57"/>
                  </a:lnTo>
                  <a:lnTo>
                    <a:pt x="0" y="0"/>
                  </a:lnTo>
                  <a:close/>
                </a:path>
              </a:pathLst>
            </a:custGeom>
            <a:solidFill>
              <a:srgbClr val="1186C3"/>
            </a:solidFill>
            <a:ln>
              <a:noFill/>
            </a:ln>
          </p:spPr>
          <p:txBody>
            <a:bodyPr/>
            <a:lstStyle/>
            <a:p>
              <a:endParaRPr lang="en-IN"/>
            </a:p>
          </p:txBody>
        </p:sp>
        <p:sp>
          <p:nvSpPr>
            <p:cNvPr id="29" name="Google Shape;29;p2"/>
            <p:cNvSpPr/>
            <p:nvPr/>
          </p:nvSpPr>
          <p:spPr>
            <a:xfrm>
              <a:off x="203200" y="3771900"/>
              <a:ext cx="2660650" cy="3086100"/>
            </a:xfrm>
            <a:custGeom>
              <a:avLst/>
              <a:gdLst/>
              <a:ahLst/>
              <a:cxnLst/>
              <a:rect l="l" t="t" r="r" b="b"/>
              <a:pathLst>
                <a:path w="1676" h="1944" extrusionOk="0">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rgbClr val="3F3F3F"/>
            </a:solidFill>
            <a:ln>
              <a:noFill/>
            </a:ln>
          </p:spPr>
          <p:txBody>
            <a:bodyPr/>
            <a:lstStyle/>
            <a:p>
              <a:endParaRPr lang="en-IN"/>
            </a:p>
          </p:txBody>
        </p:sp>
      </p:grpSp>
      <p:sp>
        <p:nvSpPr>
          <p:cNvPr id="30" name="Google Shape;30;p2"/>
          <p:cNvSpPr txBox="1">
            <a:spLocks noGrp="1"/>
          </p:cNvSpPr>
          <p:nvPr>
            <p:ph type="ctrTitle"/>
          </p:nvPr>
        </p:nvSpPr>
        <p:spPr>
          <a:xfrm>
            <a:off x="1739673" y="914401"/>
            <a:ext cx="6947127" cy="3488266"/>
          </a:xfrm>
          <a:prstGeom prst="rect">
            <a:avLst/>
          </a:prstGeom>
          <a:noFill/>
          <a:ln>
            <a:noFill/>
          </a:ln>
        </p:spPr>
        <p:txBody>
          <a:bodyPr spcFirstLastPara="1" wrap="square" lIns="91425" tIns="45700" rIns="91425" bIns="45700" anchor="b" anchorCtr="0">
            <a:normAutofit/>
          </a:bodyPr>
          <a:lstStyle>
            <a:lvl1pPr lvl="0" algn="r">
              <a:spcBef>
                <a:spcPts val="0"/>
              </a:spcBef>
              <a:spcAft>
                <a:spcPts val="0"/>
              </a:spcAft>
              <a:buClr>
                <a:schemeClr val="dk1"/>
              </a:buClr>
              <a:buSzPts val="5400"/>
              <a:buFont typeface="Corbel"/>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
          <p:cNvSpPr txBox="1">
            <a:spLocks noGrp="1"/>
          </p:cNvSpPr>
          <p:nvPr>
            <p:ph type="subTitle" idx="1"/>
          </p:nvPr>
        </p:nvSpPr>
        <p:spPr>
          <a:xfrm>
            <a:off x="2924238" y="4402666"/>
            <a:ext cx="5762563" cy="1364531"/>
          </a:xfrm>
          <a:prstGeom prst="rect">
            <a:avLst/>
          </a:prstGeom>
          <a:noFill/>
          <a:ln>
            <a:noFill/>
          </a:ln>
        </p:spPr>
        <p:txBody>
          <a:bodyPr spcFirstLastPara="1" wrap="square" lIns="91425" tIns="45700" rIns="91425" bIns="45700" anchor="t" anchorCtr="0">
            <a:normAutofit/>
          </a:bodyPr>
          <a:lstStyle>
            <a:lvl1pPr lvl="0" algn="r">
              <a:spcBef>
                <a:spcPts val="360"/>
              </a:spcBef>
              <a:spcAft>
                <a:spcPts val="0"/>
              </a:spcAft>
              <a:buSzPts val="2610"/>
              <a:buNone/>
              <a:defRPr sz="1800">
                <a:solidFill>
                  <a:schemeClr val="dk1"/>
                </a:solidFill>
              </a:defRPr>
            </a:lvl1pPr>
            <a:lvl2pPr lvl="1" algn="ctr">
              <a:spcBef>
                <a:spcPts val="600"/>
              </a:spcBef>
              <a:spcAft>
                <a:spcPts val="0"/>
              </a:spcAft>
              <a:buSzPts val="2900"/>
              <a:buNone/>
              <a:defRPr>
                <a:solidFill>
                  <a:srgbClr val="888888"/>
                </a:solidFill>
              </a:defRPr>
            </a:lvl2pPr>
            <a:lvl3pPr lvl="2" algn="ctr">
              <a:spcBef>
                <a:spcPts val="600"/>
              </a:spcBef>
              <a:spcAft>
                <a:spcPts val="0"/>
              </a:spcAft>
              <a:buSzPts val="2610"/>
              <a:buNone/>
              <a:defRPr>
                <a:solidFill>
                  <a:srgbClr val="888888"/>
                </a:solidFill>
              </a:defRPr>
            </a:lvl3pPr>
            <a:lvl4pPr lvl="3" algn="ctr">
              <a:spcBef>
                <a:spcPts val="600"/>
              </a:spcBef>
              <a:spcAft>
                <a:spcPts val="0"/>
              </a:spcAft>
              <a:buSzPts val="2320"/>
              <a:buNone/>
              <a:defRPr>
                <a:solidFill>
                  <a:srgbClr val="888888"/>
                </a:solidFill>
              </a:defRPr>
            </a:lvl4pPr>
            <a:lvl5pPr lvl="4" algn="ctr">
              <a:spcBef>
                <a:spcPts val="600"/>
              </a:spcBef>
              <a:spcAft>
                <a:spcPts val="0"/>
              </a:spcAft>
              <a:buSzPts val="2030"/>
              <a:buNone/>
              <a:defRPr>
                <a:solidFill>
                  <a:srgbClr val="888888"/>
                </a:solidFill>
              </a:defRPr>
            </a:lvl5pPr>
            <a:lvl6pPr lvl="5" algn="ctr">
              <a:spcBef>
                <a:spcPts val="600"/>
              </a:spcBef>
              <a:spcAft>
                <a:spcPts val="0"/>
              </a:spcAft>
              <a:buSzPts val="2030"/>
              <a:buNone/>
              <a:defRPr>
                <a:solidFill>
                  <a:srgbClr val="888888"/>
                </a:solidFill>
              </a:defRPr>
            </a:lvl6pPr>
            <a:lvl7pPr lvl="6" algn="ctr">
              <a:spcBef>
                <a:spcPts val="600"/>
              </a:spcBef>
              <a:spcAft>
                <a:spcPts val="0"/>
              </a:spcAft>
              <a:buSzPts val="2030"/>
              <a:buNone/>
              <a:defRPr>
                <a:solidFill>
                  <a:srgbClr val="888888"/>
                </a:solidFill>
              </a:defRPr>
            </a:lvl7pPr>
            <a:lvl8pPr lvl="7" algn="ctr">
              <a:spcBef>
                <a:spcPts val="600"/>
              </a:spcBef>
              <a:spcAft>
                <a:spcPts val="0"/>
              </a:spcAft>
              <a:buSzPts val="2030"/>
              <a:buNone/>
              <a:defRPr>
                <a:solidFill>
                  <a:srgbClr val="888888"/>
                </a:solidFill>
              </a:defRPr>
            </a:lvl8pPr>
            <a:lvl9pPr lvl="8" algn="ctr">
              <a:spcBef>
                <a:spcPts val="600"/>
              </a:spcBef>
              <a:spcAft>
                <a:spcPts val="600"/>
              </a:spcAft>
              <a:buSzPts val="2030"/>
              <a:buNone/>
              <a:defRPr>
                <a:solidFill>
                  <a:srgbClr val="888888"/>
                </a:solidFill>
              </a:defRPr>
            </a:lvl9pPr>
          </a:lstStyle>
          <a:p>
            <a:endParaRPr/>
          </a:p>
        </p:txBody>
      </p:sp>
      <p:sp>
        <p:nvSpPr>
          <p:cNvPr id="32" name="Google Shape;32;p2"/>
          <p:cNvSpPr txBox="1">
            <a:spLocks noGrp="1"/>
          </p:cNvSpPr>
          <p:nvPr>
            <p:ph type="dt" idx="10"/>
          </p:nvPr>
        </p:nvSpPr>
        <p:spPr>
          <a:xfrm>
            <a:off x="7325773" y="6117336"/>
            <a:ext cx="857473"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2"/>
          <p:cNvSpPr txBox="1">
            <a:spLocks noGrp="1"/>
          </p:cNvSpPr>
          <p:nvPr>
            <p:ph type="ftr" idx="11"/>
          </p:nvPr>
        </p:nvSpPr>
        <p:spPr>
          <a:xfrm>
            <a:off x="3623733" y="6117336"/>
            <a:ext cx="360943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
          <p:cNvSpPr txBox="1">
            <a:spLocks noGrp="1"/>
          </p:cNvSpPr>
          <p:nvPr>
            <p:ph type="sldNum" idx="12"/>
          </p:nvPr>
        </p:nvSpPr>
        <p:spPr>
          <a:xfrm>
            <a:off x="8275320" y="6117336"/>
            <a:ext cx="4114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Corbel"/>
              <a:buNone/>
              <a:defRPr/>
            </a:lvl1pPr>
            <a:lvl2pPr marL="0" lvl="1" indent="0" algn="ctr">
              <a:spcBef>
                <a:spcPts val="0"/>
              </a:spcBef>
              <a:spcAft>
                <a:spcPts val="0"/>
              </a:spcAft>
              <a:buClr>
                <a:schemeClr val="dk1"/>
              </a:buClr>
              <a:buSzPts val="1000"/>
              <a:buFont typeface="Corbel"/>
              <a:buNone/>
              <a:defRPr/>
            </a:lvl2pPr>
            <a:lvl3pPr marL="0" lvl="2" indent="0" algn="ctr">
              <a:spcBef>
                <a:spcPts val="0"/>
              </a:spcBef>
              <a:spcAft>
                <a:spcPts val="0"/>
              </a:spcAft>
              <a:buClr>
                <a:schemeClr val="dk1"/>
              </a:buClr>
              <a:buSzPts val="1000"/>
              <a:buFont typeface="Corbel"/>
              <a:buNone/>
              <a:defRPr/>
            </a:lvl3pPr>
            <a:lvl4pPr marL="0" lvl="3" indent="0" algn="ctr">
              <a:spcBef>
                <a:spcPts val="0"/>
              </a:spcBef>
              <a:spcAft>
                <a:spcPts val="0"/>
              </a:spcAft>
              <a:buClr>
                <a:schemeClr val="dk1"/>
              </a:buClr>
              <a:buSzPts val="1000"/>
              <a:buFont typeface="Corbel"/>
              <a:buNone/>
              <a:defRPr/>
            </a:lvl4pPr>
            <a:lvl5pPr marL="0" lvl="4" indent="0" algn="ctr">
              <a:spcBef>
                <a:spcPts val="0"/>
              </a:spcBef>
              <a:spcAft>
                <a:spcPts val="0"/>
              </a:spcAft>
              <a:buClr>
                <a:schemeClr val="dk1"/>
              </a:buClr>
              <a:buSzPts val="1000"/>
              <a:buFont typeface="Corbel"/>
              <a:buNone/>
              <a:defRPr/>
            </a:lvl5pPr>
            <a:lvl6pPr marL="0" lvl="5" indent="0" algn="ctr">
              <a:spcBef>
                <a:spcPts val="0"/>
              </a:spcBef>
              <a:spcAft>
                <a:spcPts val="0"/>
              </a:spcAft>
              <a:buClr>
                <a:schemeClr val="dk1"/>
              </a:buClr>
              <a:buSzPts val="1000"/>
              <a:buFont typeface="Corbel"/>
              <a:buNone/>
              <a:defRPr/>
            </a:lvl6pPr>
            <a:lvl7pPr marL="0" lvl="6" indent="0" algn="ctr">
              <a:spcBef>
                <a:spcPts val="0"/>
              </a:spcBef>
              <a:spcAft>
                <a:spcPts val="0"/>
              </a:spcAft>
              <a:buClr>
                <a:schemeClr val="dk1"/>
              </a:buClr>
              <a:buSzPts val="1000"/>
              <a:buFont typeface="Corbel"/>
              <a:buNone/>
              <a:defRPr/>
            </a:lvl7pPr>
            <a:lvl8pPr marL="0" lvl="7" indent="0" algn="ctr">
              <a:spcBef>
                <a:spcPts val="0"/>
              </a:spcBef>
              <a:spcAft>
                <a:spcPts val="0"/>
              </a:spcAft>
              <a:buClr>
                <a:schemeClr val="dk1"/>
              </a:buClr>
              <a:buSzPts val="1000"/>
              <a:buFont typeface="Corbel"/>
              <a:buNone/>
              <a:defRPr/>
            </a:lvl8pPr>
            <a:lvl9pPr marL="0" lvl="8" indent="0" algn="ctr">
              <a:spcBef>
                <a:spcPts val="0"/>
              </a:spcBef>
              <a:spcAft>
                <a:spcPts val="0"/>
              </a:spcAft>
              <a:buClr>
                <a:schemeClr val="dk1"/>
              </a:buClr>
              <a:buSzPts val="1000"/>
              <a:buFont typeface="Corbel"/>
              <a:buNone/>
              <a:defRPr/>
            </a:lvl9pPr>
          </a:lstStyle>
          <a:p>
            <a:pPr marL="0" lvl="0" indent="0" algn="ctr" rtl="0">
              <a:spcBef>
                <a:spcPts val="0"/>
              </a:spcBef>
              <a:spcAft>
                <a:spcPts val="0"/>
              </a:spcAft>
              <a:buNone/>
            </a:pPr>
            <a:fld id="{00000000-1234-1234-1234-123412341234}" type="slidenum">
              <a:rPr lang="en-US"/>
              <a:t>‹#›</a:t>
            </a:fld>
            <a:endParaRPr/>
          </a:p>
        </p:txBody>
      </p:sp>
      <p:sp>
        <p:nvSpPr>
          <p:cNvPr id="35" name="Google Shape;35;p2"/>
          <p:cNvSpPr/>
          <p:nvPr/>
        </p:nvSpPr>
        <p:spPr>
          <a:xfrm>
            <a:off x="203200" y="3771900"/>
            <a:ext cx="361950" cy="90488"/>
          </a:xfrm>
          <a:custGeom>
            <a:avLst/>
            <a:gdLst/>
            <a:ahLst/>
            <a:cxnLst/>
            <a:rect l="l" t="t" r="r" b="b"/>
            <a:pathLst>
              <a:path w="228" h="57" extrusionOk="0">
                <a:moveTo>
                  <a:pt x="228" y="57"/>
                </a:moveTo>
                <a:lnTo>
                  <a:pt x="0" y="0"/>
                </a:lnTo>
                <a:lnTo>
                  <a:pt x="222" y="54"/>
                </a:lnTo>
                <a:lnTo>
                  <a:pt x="228" y="57"/>
                </a:lnTo>
                <a:close/>
              </a:path>
            </a:pathLst>
          </a:custGeom>
          <a:solidFill>
            <a:srgbClr val="29ABE2"/>
          </a:solidFill>
          <a:ln>
            <a:noFill/>
          </a:ln>
        </p:spPr>
        <p:txBody>
          <a:bodyPr/>
          <a:lstStyle/>
          <a:p>
            <a:endParaRPr lang="en-IN"/>
          </a:p>
        </p:txBody>
      </p:sp>
      <p:sp>
        <p:nvSpPr>
          <p:cNvPr id="36" name="Google Shape;36;p2"/>
          <p:cNvSpPr/>
          <p:nvPr/>
        </p:nvSpPr>
        <p:spPr>
          <a:xfrm>
            <a:off x="560388" y="3867150"/>
            <a:ext cx="61913" cy="80963"/>
          </a:xfrm>
          <a:custGeom>
            <a:avLst/>
            <a:gdLst/>
            <a:ahLst/>
            <a:cxnLst/>
            <a:rect l="l" t="t" r="r" b="b"/>
            <a:pathLst>
              <a:path w="39" h="51" extrusionOk="0">
                <a:moveTo>
                  <a:pt x="0" y="0"/>
                </a:moveTo>
                <a:lnTo>
                  <a:pt x="39" y="51"/>
                </a:lnTo>
                <a:lnTo>
                  <a:pt x="3" y="0"/>
                </a:lnTo>
                <a:lnTo>
                  <a:pt x="0" y="0"/>
                </a:lnTo>
                <a:close/>
              </a:path>
            </a:pathLst>
          </a:custGeom>
          <a:solidFill>
            <a:srgbClr val="29ABE2"/>
          </a:solidFill>
          <a:ln>
            <a:noFill/>
          </a:ln>
        </p:spPr>
        <p:txBody>
          <a:bodyPr/>
          <a:lstStyle/>
          <a:p>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7"/>
        <p:cNvGrpSpPr/>
        <p:nvPr/>
      </p:nvGrpSpPr>
      <p:grpSpPr>
        <a:xfrm>
          <a:off x="0" y="0"/>
          <a:ext cx="0" cy="0"/>
          <a:chOff x="0" y="0"/>
          <a:chExt cx="0" cy="0"/>
        </a:xfrm>
      </p:grpSpPr>
      <p:sp>
        <p:nvSpPr>
          <p:cNvPr id="38" name="Google Shape;38;p3"/>
          <p:cNvSpPr txBox="1">
            <a:spLocks noGrp="1"/>
          </p:cNvSpPr>
          <p:nvPr>
            <p:ph type="title"/>
          </p:nvPr>
        </p:nvSpPr>
        <p:spPr>
          <a:xfrm>
            <a:off x="982133" y="457201"/>
            <a:ext cx="7704667" cy="19812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
          <p:cNvSpPr txBox="1">
            <a:spLocks noGrp="1"/>
          </p:cNvSpPr>
          <p:nvPr>
            <p:ph type="body" idx="1"/>
          </p:nvPr>
        </p:nvSpPr>
        <p:spPr>
          <a:xfrm>
            <a:off x="982133" y="2667000"/>
            <a:ext cx="7704667" cy="3332816"/>
          </a:xfrm>
          <a:prstGeom prst="rect">
            <a:avLst/>
          </a:prstGeom>
          <a:noFill/>
          <a:ln>
            <a:noFill/>
          </a:ln>
        </p:spPr>
        <p:txBody>
          <a:bodyPr spcFirstLastPara="1" wrap="square" lIns="91425" tIns="45700" rIns="91425" bIns="45700" anchor="ctr" anchorCtr="0">
            <a:normAutofit/>
          </a:bodyPr>
          <a:lstStyle>
            <a:lvl1pPr marL="457200" lvl="0" indent="-394335" algn="l">
              <a:spcBef>
                <a:spcPts val="360"/>
              </a:spcBef>
              <a:spcAft>
                <a:spcPts val="0"/>
              </a:spcAft>
              <a:buSzPts val="2610"/>
              <a:buChar char="•"/>
              <a:defRPr/>
            </a:lvl1pPr>
            <a:lvl2pPr marL="914400" lvl="1" indent="-394335" algn="l">
              <a:spcBef>
                <a:spcPts val="600"/>
              </a:spcBef>
              <a:spcAft>
                <a:spcPts val="0"/>
              </a:spcAft>
              <a:buSzPts val="2610"/>
              <a:buChar char="•"/>
              <a:defRPr/>
            </a:lvl2pPr>
            <a:lvl3pPr marL="1371600" lvl="2" indent="-394335" algn="l">
              <a:spcBef>
                <a:spcPts val="600"/>
              </a:spcBef>
              <a:spcAft>
                <a:spcPts val="0"/>
              </a:spcAft>
              <a:buSzPts val="2610"/>
              <a:buChar char="•"/>
              <a:defRPr/>
            </a:lvl3pPr>
            <a:lvl4pPr marL="1828800" lvl="3" indent="-394335" algn="l">
              <a:spcBef>
                <a:spcPts val="600"/>
              </a:spcBef>
              <a:spcAft>
                <a:spcPts val="0"/>
              </a:spcAft>
              <a:buSzPts val="2610"/>
              <a:buChar char="•"/>
              <a:defRPr/>
            </a:lvl4pPr>
            <a:lvl5pPr marL="2286000" lvl="4" indent="-394335" algn="l">
              <a:spcBef>
                <a:spcPts val="600"/>
              </a:spcBef>
              <a:spcAft>
                <a:spcPts val="0"/>
              </a:spcAft>
              <a:buSzPts val="2610"/>
              <a:buChar char="•"/>
              <a:defRPr/>
            </a:lvl5pPr>
            <a:lvl6pPr marL="2743200" lvl="5" indent="-394335" algn="l">
              <a:spcBef>
                <a:spcPts val="600"/>
              </a:spcBef>
              <a:spcAft>
                <a:spcPts val="0"/>
              </a:spcAft>
              <a:buSzPts val="2610"/>
              <a:buChar char="•"/>
              <a:defRPr/>
            </a:lvl6pPr>
            <a:lvl7pPr marL="3200400" lvl="6" indent="-394335" algn="l">
              <a:spcBef>
                <a:spcPts val="600"/>
              </a:spcBef>
              <a:spcAft>
                <a:spcPts val="0"/>
              </a:spcAft>
              <a:buSzPts val="2610"/>
              <a:buChar char="•"/>
              <a:defRPr/>
            </a:lvl7pPr>
            <a:lvl8pPr marL="3657600" lvl="7" indent="-394334" algn="l">
              <a:spcBef>
                <a:spcPts val="600"/>
              </a:spcBef>
              <a:spcAft>
                <a:spcPts val="0"/>
              </a:spcAft>
              <a:buSzPts val="2610"/>
              <a:buChar char="•"/>
              <a:defRPr/>
            </a:lvl8pPr>
            <a:lvl9pPr marL="4114800" lvl="8" indent="-394334" algn="l">
              <a:spcBef>
                <a:spcPts val="600"/>
              </a:spcBef>
              <a:spcAft>
                <a:spcPts val="600"/>
              </a:spcAft>
              <a:buSzPts val="2610"/>
              <a:buChar char="•"/>
              <a:defRPr/>
            </a:lvl9pPr>
          </a:lstStyle>
          <a:p>
            <a:endParaRPr/>
          </a:p>
        </p:txBody>
      </p:sp>
      <p:sp>
        <p:nvSpPr>
          <p:cNvPr id="40" name="Google Shape;40;p3"/>
          <p:cNvSpPr txBox="1">
            <a:spLocks noGrp="1"/>
          </p:cNvSpPr>
          <p:nvPr>
            <p:ph type="dt" idx="10"/>
          </p:nvPr>
        </p:nvSpPr>
        <p:spPr>
          <a:xfrm>
            <a:off x="7344329" y="6108173"/>
            <a:ext cx="857473"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3"/>
          <p:cNvSpPr txBox="1">
            <a:spLocks noGrp="1"/>
          </p:cNvSpPr>
          <p:nvPr>
            <p:ph type="ftr" idx="11"/>
          </p:nvPr>
        </p:nvSpPr>
        <p:spPr>
          <a:xfrm>
            <a:off x="1972647" y="6108173"/>
            <a:ext cx="531451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3"/>
          <p:cNvSpPr txBox="1">
            <a:spLocks noGrp="1"/>
          </p:cNvSpPr>
          <p:nvPr>
            <p:ph type="sldNum" idx="12"/>
          </p:nvPr>
        </p:nvSpPr>
        <p:spPr>
          <a:xfrm>
            <a:off x="8258967" y="6108173"/>
            <a:ext cx="4278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1"/>
              </a:buClr>
              <a:buSzPts val="1000"/>
              <a:buFont typeface="Corbel"/>
              <a:buNone/>
              <a:defRPr/>
            </a:lvl1pPr>
            <a:lvl2pPr marL="0" lvl="1" indent="0" algn="r">
              <a:spcBef>
                <a:spcPts val="0"/>
              </a:spcBef>
              <a:spcAft>
                <a:spcPts val="0"/>
              </a:spcAft>
              <a:buClr>
                <a:schemeClr val="dk1"/>
              </a:buClr>
              <a:buSzPts val="1000"/>
              <a:buFont typeface="Corbel"/>
              <a:buNone/>
              <a:defRPr/>
            </a:lvl2pPr>
            <a:lvl3pPr marL="0" lvl="2" indent="0" algn="r">
              <a:spcBef>
                <a:spcPts val="0"/>
              </a:spcBef>
              <a:spcAft>
                <a:spcPts val="0"/>
              </a:spcAft>
              <a:buClr>
                <a:schemeClr val="dk1"/>
              </a:buClr>
              <a:buSzPts val="1000"/>
              <a:buFont typeface="Corbel"/>
              <a:buNone/>
              <a:defRPr/>
            </a:lvl3pPr>
            <a:lvl4pPr marL="0" lvl="3" indent="0" algn="r">
              <a:spcBef>
                <a:spcPts val="0"/>
              </a:spcBef>
              <a:spcAft>
                <a:spcPts val="0"/>
              </a:spcAft>
              <a:buClr>
                <a:schemeClr val="dk1"/>
              </a:buClr>
              <a:buSzPts val="1000"/>
              <a:buFont typeface="Corbel"/>
              <a:buNone/>
              <a:defRPr/>
            </a:lvl4pPr>
            <a:lvl5pPr marL="0" lvl="4" indent="0" algn="r">
              <a:spcBef>
                <a:spcPts val="0"/>
              </a:spcBef>
              <a:spcAft>
                <a:spcPts val="0"/>
              </a:spcAft>
              <a:buClr>
                <a:schemeClr val="dk1"/>
              </a:buClr>
              <a:buSzPts val="1000"/>
              <a:buFont typeface="Corbel"/>
              <a:buNone/>
              <a:defRPr/>
            </a:lvl5pPr>
            <a:lvl6pPr marL="0" lvl="5" indent="0" algn="r">
              <a:spcBef>
                <a:spcPts val="0"/>
              </a:spcBef>
              <a:spcAft>
                <a:spcPts val="0"/>
              </a:spcAft>
              <a:buClr>
                <a:schemeClr val="dk1"/>
              </a:buClr>
              <a:buSzPts val="1000"/>
              <a:buFont typeface="Corbel"/>
              <a:buNone/>
              <a:defRPr/>
            </a:lvl6pPr>
            <a:lvl7pPr marL="0" lvl="6" indent="0" algn="r">
              <a:spcBef>
                <a:spcPts val="0"/>
              </a:spcBef>
              <a:spcAft>
                <a:spcPts val="0"/>
              </a:spcAft>
              <a:buClr>
                <a:schemeClr val="dk1"/>
              </a:buClr>
              <a:buSzPts val="1000"/>
              <a:buFont typeface="Corbel"/>
              <a:buNone/>
              <a:defRPr/>
            </a:lvl7pPr>
            <a:lvl8pPr marL="0" lvl="7" indent="0" algn="r">
              <a:spcBef>
                <a:spcPts val="0"/>
              </a:spcBef>
              <a:spcAft>
                <a:spcPts val="0"/>
              </a:spcAft>
              <a:buClr>
                <a:schemeClr val="dk1"/>
              </a:buClr>
              <a:buSzPts val="1000"/>
              <a:buFont typeface="Corbel"/>
              <a:buNone/>
              <a:defRPr/>
            </a:lvl8pPr>
            <a:lvl9pPr marL="0" lvl="8" indent="0" algn="r">
              <a:spcBef>
                <a:spcPts val="0"/>
              </a:spcBef>
              <a:spcAft>
                <a:spcPts val="0"/>
              </a:spcAft>
              <a:buClr>
                <a:schemeClr val="dk1"/>
              </a:buClr>
              <a:buSzPts val="1000"/>
              <a:buFont typeface="Corbel"/>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3"/>
        <p:cNvGrpSpPr/>
        <p:nvPr/>
      </p:nvGrpSpPr>
      <p:grpSpPr>
        <a:xfrm>
          <a:off x="0" y="0"/>
          <a:ext cx="0" cy="0"/>
          <a:chOff x="0" y="0"/>
          <a:chExt cx="0" cy="0"/>
        </a:xfrm>
      </p:grpSpPr>
      <p:sp>
        <p:nvSpPr>
          <p:cNvPr id="44" name="Google Shape;44;p4"/>
          <p:cNvSpPr txBox="1">
            <a:spLocks noGrp="1"/>
          </p:cNvSpPr>
          <p:nvPr>
            <p:ph type="title"/>
          </p:nvPr>
        </p:nvSpPr>
        <p:spPr>
          <a:xfrm>
            <a:off x="1986995" y="2666998"/>
            <a:ext cx="6699805" cy="2360071"/>
          </a:xfrm>
          <a:prstGeom prst="rect">
            <a:avLst/>
          </a:prstGeom>
          <a:noFill/>
          <a:ln>
            <a:noFill/>
          </a:ln>
        </p:spPr>
        <p:txBody>
          <a:bodyPr spcFirstLastPara="1" wrap="square" lIns="91425" tIns="45700" rIns="91425" bIns="45700" anchor="b" anchorCtr="0">
            <a:normAutofit/>
          </a:bodyPr>
          <a:lstStyle>
            <a:lvl1pPr lvl="0" algn="r">
              <a:spcBef>
                <a:spcPts val="0"/>
              </a:spcBef>
              <a:spcAft>
                <a:spcPts val="0"/>
              </a:spcAft>
              <a:buClr>
                <a:schemeClr val="dk1"/>
              </a:buClr>
              <a:buSzPts val="4000"/>
              <a:buFont typeface="Corbel"/>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4"/>
          <p:cNvSpPr txBox="1">
            <a:spLocks noGrp="1"/>
          </p:cNvSpPr>
          <p:nvPr>
            <p:ph type="body" idx="1"/>
          </p:nvPr>
        </p:nvSpPr>
        <p:spPr>
          <a:xfrm>
            <a:off x="1986998" y="5027070"/>
            <a:ext cx="6699802" cy="860400"/>
          </a:xfrm>
          <a:prstGeom prst="rect">
            <a:avLst/>
          </a:prstGeom>
          <a:noFill/>
          <a:ln>
            <a:noFill/>
          </a:ln>
        </p:spPr>
        <p:txBody>
          <a:bodyPr spcFirstLastPara="1" wrap="square" lIns="91425" tIns="45700" rIns="91425" bIns="45700" anchor="t" anchorCtr="0">
            <a:normAutofit/>
          </a:bodyPr>
          <a:lstStyle>
            <a:lvl1pPr marL="457200" lvl="0" indent="-228600" algn="r">
              <a:spcBef>
                <a:spcPts val="400"/>
              </a:spcBef>
              <a:spcAft>
                <a:spcPts val="0"/>
              </a:spcAft>
              <a:buSzPts val="2900"/>
              <a:buNone/>
              <a:defRPr sz="2000">
                <a:solidFill>
                  <a:schemeClr val="dk1"/>
                </a:solidFill>
              </a:defRPr>
            </a:lvl1pPr>
            <a:lvl2pPr marL="914400" lvl="1" indent="-228600" algn="l">
              <a:spcBef>
                <a:spcPts val="600"/>
              </a:spcBef>
              <a:spcAft>
                <a:spcPts val="0"/>
              </a:spcAft>
              <a:buSzPts val="2610"/>
              <a:buNone/>
              <a:defRPr sz="1800">
                <a:solidFill>
                  <a:srgbClr val="888888"/>
                </a:solidFill>
              </a:defRPr>
            </a:lvl2pPr>
            <a:lvl3pPr marL="1371600" lvl="2" indent="-228600" algn="l">
              <a:spcBef>
                <a:spcPts val="600"/>
              </a:spcBef>
              <a:spcAft>
                <a:spcPts val="0"/>
              </a:spcAft>
              <a:buSzPts val="2320"/>
              <a:buNone/>
              <a:defRPr sz="1600">
                <a:solidFill>
                  <a:srgbClr val="888888"/>
                </a:solidFill>
              </a:defRPr>
            </a:lvl3pPr>
            <a:lvl4pPr marL="1828800" lvl="3" indent="-228600" algn="l">
              <a:spcBef>
                <a:spcPts val="600"/>
              </a:spcBef>
              <a:spcAft>
                <a:spcPts val="0"/>
              </a:spcAft>
              <a:buSzPts val="2030"/>
              <a:buNone/>
              <a:defRPr sz="1400">
                <a:solidFill>
                  <a:srgbClr val="888888"/>
                </a:solidFill>
              </a:defRPr>
            </a:lvl4pPr>
            <a:lvl5pPr marL="2286000" lvl="4" indent="-228600" algn="l">
              <a:spcBef>
                <a:spcPts val="600"/>
              </a:spcBef>
              <a:spcAft>
                <a:spcPts val="0"/>
              </a:spcAft>
              <a:buSzPts val="2030"/>
              <a:buNone/>
              <a:defRPr sz="1400">
                <a:solidFill>
                  <a:srgbClr val="888888"/>
                </a:solidFill>
              </a:defRPr>
            </a:lvl5pPr>
            <a:lvl6pPr marL="2743200" lvl="5" indent="-228600" algn="l">
              <a:spcBef>
                <a:spcPts val="600"/>
              </a:spcBef>
              <a:spcAft>
                <a:spcPts val="0"/>
              </a:spcAft>
              <a:buSzPts val="2030"/>
              <a:buNone/>
              <a:defRPr sz="1400">
                <a:solidFill>
                  <a:srgbClr val="888888"/>
                </a:solidFill>
              </a:defRPr>
            </a:lvl6pPr>
            <a:lvl7pPr marL="3200400" lvl="6" indent="-228600" algn="l">
              <a:spcBef>
                <a:spcPts val="600"/>
              </a:spcBef>
              <a:spcAft>
                <a:spcPts val="0"/>
              </a:spcAft>
              <a:buSzPts val="2030"/>
              <a:buNone/>
              <a:defRPr sz="1400">
                <a:solidFill>
                  <a:srgbClr val="888888"/>
                </a:solidFill>
              </a:defRPr>
            </a:lvl7pPr>
            <a:lvl8pPr marL="3657600" lvl="7" indent="-228600" algn="l">
              <a:spcBef>
                <a:spcPts val="600"/>
              </a:spcBef>
              <a:spcAft>
                <a:spcPts val="0"/>
              </a:spcAft>
              <a:buSzPts val="2030"/>
              <a:buNone/>
              <a:defRPr sz="1400">
                <a:solidFill>
                  <a:srgbClr val="888888"/>
                </a:solidFill>
              </a:defRPr>
            </a:lvl8pPr>
            <a:lvl9pPr marL="4114800" lvl="8" indent="-228600" algn="l">
              <a:spcBef>
                <a:spcPts val="600"/>
              </a:spcBef>
              <a:spcAft>
                <a:spcPts val="600"/>
              </a:spcAft>
              <a:buSzPts val="2030"/>
              <a:buNone/>
              <a:defRPr sz="1400">
                <a:solidFill>
                  <a:srgbClr val="888888"/>
                </a:solidFill>
              </a:defRPr>
            </a:lvl9pPr>
          </a:lstStyle>
          <a:p>
            <a:endParaRPr/>
          </a:p>
        </p:txBody>
      </p:sp>
      <p:sp>
        <p:nvSpPr>
          <p:cNvPr id="46" name="Google Shape;46;p4"/>
          <p:cNvSpPr txBox="1">
            <a:spLocks noGrp="1"/>
          </p:cNvSpPr>
          <p:nvPr>
            <p:ph type="dt" idx="10"/>
          </p:nvPr>
        </p:nvSpPr>
        <p:spPr>
          <a:xfrm>
            <a:off x="7358679" y="6116070"/>
            <a:ext cx="857473"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4"/>
          <p:cNvSpPr txBox="1">
            <a:spLocks noGrp="1"/>
          </p:cNvSpPr>
          <p:nvPr>
            <p:ph type="ftr" idx="11"/>
          </p:nvPr>
        </p:nvSpPr>
        <p:spPr>
          <a:xfrm>
            <a:off x="1986997" y="6116070"/>
            <a:ext cx="531451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
          <p:cNvSpPr txBox="1">
            <a:spLocks noGrp="1"/>
          </p:cNvSpPr>
          <p:nvPr>
            <p:ph type="sldNum" idx="12"/>
          </p:nvPr>
        </p:nvSpPr>
        <p:spPr>
          <a:xfrm>
            <a:off x="8273317" y="6116070"/>
            <a:ext cx="41348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1"/>
              </a:buClr>
              <a:buSzPts val="1000"/>
              <a:buFont typeface="Corbel"/>
              <a:buNone/>
              <a:defRPr/>
            </a:lvl1pPr>
            <a:lvl2pPr marL="0" lvl="1" indent="0" algn="r">
              <a:spcBef>
                <a:spcPts val="0"/>
              </a:spcBef>
              <a:spcAft>
                <a:spcPts val="0"/>
              </a:spcAft>
              <a:buClr>
                <a:schemeClr val="dk1"/>
              </a:buClr>
              <a:buSzPts val="1000"/>
              <a:buFont typeface="Corbel"/>
              <a:buNone/>
              <a:defRPr/>
            </a:lvl2pPr>
            <a:lvl3pPr marL="0" lvl="2" indent="0" algn="r">
              <a:spcBef>
                <a:spcPts val="0"/>
              </a:spcBef>
              <a:spcAft>
                <a:spcPts val="0"/>
              </a:spcAft>
              <a:buClr>
                <a:schemeClr val="dk1"/>
              </a:buClr>
              <a:buSzPts val="1000"/>
              <a:buFont typeface="Corbel"/>
              <a:buNone/>
              <a:defRPr/>
            </a:lvl3pPr>
            <a:lvl4pPr marL="0" lvl="3" indent="0" algn="r">
              <a:spcBef>
                <a:spcPts val="0"/>
              </a:spcBef>
              <a:spcAft>
                <a:spcPts val="0"/>
              </a:spcAft>
              <a:buClr>
                <a:schemeClr val="dk1"/>
              </a:buClr>
              <a:buSzPts val="1000"/>
              <a:buFont typeface="Corbel"/>
              <a:buNone/>
              <a:defRPr/>
            </a:lvl4pPr>
            <a:lvl5pPr marL="0" lvl="4" indent="0" algn="r">
              <a:spcBef>
                <a:spcPts val="0"/>
              </a:spcBef>
              <a:spcAft>
                <a:spcPts val="0"/>
              </a:spcAft>
              <a:buClr>
                <a:schemeClr val="dk1"/>
              </a:buClr>
              <a:buSzPts val="1000"/>
              <a:buFont typeface="Corbel"/>
              <a:buNone/>
              <a:defRPr/>
            </a:lvl5pPr>
            <a:lvl6pPr marL="0" lvl="5" indent="0" algn="r">
              <a:spcBef>
                <a:spcPts val="0"/>
              </a:spcBef>
              <a:spcAft>
                <a:spcPts val="0"/>
              </a:spcAft>
              <a:buClr>
                <a:schemeClr val="dk1"/>
              </a:buClr>
              <a:buSzPts val="1000"/>
              <a:buFont typeface="Corbel"/>
              <a:buNone/>
              <a:defRPr/>
            </a:lvl6pPr>
            <a:lvl7pPr marL="0" lvl="6" indent="0" algn="r">
              <a:spcBef>
                <a:spcPts val="0"/>
              </a:spcBef>
              <a:spcAft>
                <a:spcPts val="0"/>
              </a:spcAft>
              <a:buClr>
                <a:schemeClr val="dk1"/>
              </a:buClr>
              <a:buSzPts val="1000"/>
              <a:buFont typeface="Corbel"/>
              <a:buNone/>
              <a:defRPr/>
            </a:lvl7pPr>
            <a:lvl8pPr marL="0" lvl="7" indent="0" algn="r">
              <a:spcBef>
                <a:spcPts val="0"/>
              </a:spcBef>
              <a:spcAft>
                <a:spcPts val="0"/>
              </a:spcAft>
              <a:buClr>
                <a:schemeClr val="dk1"/>
              </a:buClr>
              <a:buSzPts val="1000"/>
              <a:buFont typeface="Corbel"/>
              <a:buNone/>
              <a:defRPr/>
            </a:lvl8pPr>
            <a:lvl9pPr marL="0" lvl="8" indent="0" algn="r">
              <a:spcBef>
                <a:spcPts val="0"/>
              </a:spcBef>
              <a:spcAft>
                <a:spcPts val="0"/>
              </a:spcAft>
              <a:buClr>
                <a:schemeClr val="dk1"/>
              </a:buClr>
              <a:buSzPts val="1000"/>
              <a:buFont typeface="Corbel"/>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9"/>
        <p:cNvGrpSpPr/>
        <p:nvPr/>
      </p:nvGrpSpPr>
      <p:grpSpPr>
        <a:xfrm>
          <a:off x="0" y="0"/>
          <a:ext cx="0" cy="0"/>
          <a:chOff x="0" y="0"/>
          <a:chExt cx="0" cy="0"/>
        </a:xfrm>
      </p:grpSpPr>
      <p:sp>
        <p:nvSpPr>
          <p:cNvPr id="50" name="Google Shape;50;p5"/>
          <p:cNvSpPr txBox="1">
            <a:spLocks noGrp="1"/>
          </p:cNvSpPr>
          <p:nvPr>
            <p:ph type="title"/>
          </p:nvPr>
        </p:nvSpPr>
        <p:spPr>
          <a:xfrm>
            <a:off x="982133" y="685801"/>
            <a:ext cx="7704667" cy="175259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5"/>
          <p:cNvSpPr txBox="1">
            <a:spLocks noGrp="1"/>
          </p:cNvSpPr>
          <p:nvPr>
            <p:ph type="body" idx="1"/>
          </p:nvPr>
        </p:nvSpPr>
        <p:spPr>
          <a:xfrm>
            <a:off x="982133" y="2667000"/>
            <a:ext cx="3739896" cy="3368674"/>
          </a:xfrm>
          <a:prstGeom prst="rect">
            <a:avLst/>
          </a:prstGeom>
          <a:noFill/>
          <a:ln>
            <a:noFill/>
          </a:ln>
        </p:spPr>
        <p:txBody>
          <a:bodyPr spcFirstLastPara="1" wrap="square" lIns="91425" tIns="45700" rIns="91425" bIns="45700" anchor="ctr" anchorCtr="0">
            <a:normAutofit/>
          </a:bodyPr>
          <a:lstStyle>
            <a:lvl1pPr marL="457200" lvl="0" indent="-394335" algn="l">
              <a:spcBef>
                <a:spcPts val="360"/>
              </a:spcBef>
              <a:spcAft>
                <a:spcPts val="0"/>
              </a:spcAft>
              <a:buSzPts val="2610"/>
              <a:buChar char="•"/>
              <a:defRPr sz="1800"/>
            </a:lvl1pPr>
            <a:lvl2pPr marL="914400" lvl="1" indent="-375919" algn="l">
              <a:spcBef>
                <a:spcPts val="600"/>
              </a:spcBef>
              <a:spcAft>
                <a:spcPts val="0"/>
              </a:spcAft>
              <a:buSzPts val="2320"/>
              <a:buChar char="•"/>
              <a:defRPr sz="1600"/>
            </a:lvl2pPr>
            <a:lvl3pPr marL="1371600" lvl="2" indent="-357505" algn="l">
              <a:spcBef>
                <a:spcPts val="600"/>
              </a:spcBef>
              <a:spcAft>
                <a:spcPts val="0"/>
              </a:spcAft>
              <a:buSzPts val="2030"/>
              <a:buChar char="•"/>
              <a:defRPr sz="1400"/>
            </a:lvl3pPr>
            <a:lvl4pPr marL="1828800" lvl="3" indent="-339089" algn="l">
              <a:spcBef>
                <a:spcPts val="600"/>
              </a:spcBef>
              <a:spcAft>
                <a:spcPts val="0"/>
              </a:spcAft>
              <a:buSzPts val="1740"/>
              <a:buChar char="•"/>
              <a:defRPr sz="1200"/>
            </a:lvl4pPr>
            <a:lvl5pPr marL="2286000" lvl="4" indent="-339089" algn="l">
              <a:spcBef>
                <a:spcPts val="600"/>
              </a:spcBef>
              <a:spcAft>
                <a:spcPts val="0"/>
              </a:spcAft>
              <a:buSzPts val="1740"/>
              <a:buChar char="•"/>
              <a:defRPr sz="1200"/>
            </a:lvl5pPr>
            <a:lvl6pPr marL="2743200" lvl="5" indent="-339089" algn="l">
              <a:spcBef>
                <a:spcPts val="600"/>
              </a:spcBef>
              <a:spcAft>
                <a:spcPts val="0"/>
              </a:spcAft>
              <a:buSzPts val="1740"/>
              <a:buChar char="•"/>
              <a:defRPr sz="1200"/>
            </a:lvl6pPr>
            <a:lvl7pPr marL="3200400" lvl="6" indent="-339089" algn="l">
              <a:spcBef>
                <a:spcPts val="600"/>
              </a:spcBef>
              <a:spcAft>
                <a:spcPts val="0"/>
              </a:spcAft>
              <a:buSzPts val="1740"/>
              <a:buChar char="•"/>
              <a:defRPr sz="1200"/>
            </a:lvl7pPr>
            <a:lvl8pPr marL="3657600" lvl="7" indent="-339090" algn="l">
              <a:spcBef>
                <a:spcPts val="600"/>
              </a:spcBef>
              <a:spcAft>
                <a:spcPts val="0"/>
              </a:spcAft>
              <a:buSzPts val="1740"/>
              <a:buChar char="•"/>
              <a:defRPr sz="1200"/>
            </a:lvl8pPr>
            <a:lvl9pPr marL="4114800" lvl="8" indent="-339090" algn="l">
              <a:spcBef>
                <a:spcPts val="600"/>
              </a:spcBef>
              <a:spcAft>
                <a:spcPts val="600"/>
              </a:spcAft>
              <a:buSzPts val="1740"/>
              <a:buChar char="•"/>
              <a:defRPr sz="1200"/>
            </a:lvl9pPr>
          </a:lstStyle>
          <a:p>
            <a:endParaRPr/>
          </a:p>
        </p:txBody>
      </p:sp>
      <p:sp>
        <p:nvSpPr>
          <p:cNvPr id="52" name="Google Shape;52;p5"/>
          <p:cNvSpPr txBox="1">
            <a:spLocks noGrp="1"/>
          </p:cNvSpPr>
          <p:nvPr>
            <p:ph type="body" idx="2"/>
          </p:nvPr>
        </p:nvSpPr>
        <p:spPr>
          <a:xfrm>
            <a:off x="4946904" y="2667000"/>
            <a:ext cx="3739896" cy="3346824"/>
          </a:xfrm>
          <a:prstGeom prst="rect">
            <a:avLst/>
          </a:prstGeom>
          <a:noFill/>
          <a:ln>
            <a:noFill/>
          </a:ln>
        </p:spPr>
        <p:txBody>
          <a:bodyPr spcFirstLastPara="1" wrap="square" lIns="91425" tIns="45700" rIns="91425" bIns="45700" anchor="ctr" anchorCtr="0">
            <a:normAutofit/>
          </a:bodyPr>
          <a:lstStyle>
            <a:lvl1pPr marL="457200" lvl="0" indent="-394335" algn="l">
              <a:spcBef>
                <a:spcPts val="360"/>
              </a:spcBef>
              <a:spcAft>
                <a:spcPts val="0"/>
              </a:spcAft>
              <a:buSzPts val="2610"/>
              <a:buChar char="•"/>
              <a:defRPr sz="1800"/>
            </a:lvl1pPr>
            <a:lvl2pPr marL="914400" lvl="1" indent="-375919" algn="l">
              <a:spcBef>
                <a:spcPts val="600"/>
              </a:spcBef>
              <a:spcAft>
                <a:spcPts val="0"/>
              </a:spcAft>
              <a:buSzPts val="2320"/>
              <a:buChar char="•"/>
              <a:defRPr sz="1600"/>
            </a:lvl2pPr>
            <a:lvl3pPr marL="1371600" lvl="2" indent="-357505" algn="l">
              <a:spcBef>
                <a:spcPts val="600"/>
              </a:spcBef>
              <a:spcAft>
                <a:spcPts val="0"/>
              </a:spcAft>
              <a:buSzPts val="2030"/>
              <a:buChar char="•"/>
              <a:defRPr sz="1400"/>
            </a:lvl3pPr>
            <a:lvl4pPr marL="1828800" lvl="3" indent="-339089" algn="l">
              <a:spcBef>
                <a:spcPts val="600"/>
              </a:spcBef>
              <a:spcAft>
                <a:spcPts val="0"/>
              </a:spcAft>
              <a:buSzPts val="1740"/>
              <a:buChar char="•"/>
              <a:defRPr sz="1200"/>
            </a:lvl4pPr>
            <a:lvl5pPr marL="2286000" lvl="4" indent="-339089" algn="l">
              <a:spcBef>
                <a:spcPts val="600"/>
              </a:spcBef>
              <a:spcAft>
                <a:spcPts val="0"/>
              </a:spcAft>
              <a:buSzPts val="1740"/>
              <a:buChar char="•"/>
              <a:defRPr sz="1200"/>
            </a:lvl5pPr>
            <a:lvl6pPr marL="2743200" lvl="5" indent="-339089" algn="l">
              <a:spcBef>
                <a:spcPts val="600"/>
              </a:spcBef>
              <a:spcAft>
                <a:spcPts val="0"/>
              </a:spcAft>
              <a:buSzPts val="1740"/>
              <a:buChar char="•"/>
              <a:defRPr sz="1200"/>
            </a:lvl6pPr>
            <a:lvl7pPr marL="3200400" lvl="6" indent="-339089" algn="l">
              <a:spcBef>
                <a:spcPts val="600"/>
              </a:spcBef>
              <a:spcAft>
                <a:spcPts val="0"/>
              </a:spcAft>
              <a:buSzPts val="1740"/>
              <a:buChar char="•"/>
              <a:defRPr sz="1200"/>
            </a:lvl7pPr>
            <a:lvl8pPr marL="3657600" lvl="7" indent="-339090" algn="l">
              <a:spcBef>
                <a:spcPts val="600"/>
              </a:spcBef>
              <a:spcAft>
                <a:spcPts val="0"/>
              </a:spcAft>
              <a:buSzPts val="1740"/>
              <a:buChar char="•"/>
              <a:defRPr sz="1200"/>
            </a:lvl8pPr>
            <a:lvl9pPr marL="4114800" lvl="8" indent="-339090" algn="l">
              <a:spcBef>
                <a:spcPts val="600"/>
              </a:spcBef>
              <a:spcAft>
                <a:spcPts val="600"/>
              </a:spcAft>
              <a:buSzPts val="1740"/>
              <a:buChar char="•"/>
              <a:defRPr sz="1200"/>
            </a:lvl9pPr>
          </a:lstStyle>
          <a:p>
            <a:endParaRPr/>
          </a:p>
        </p:txBody>
      </p:sp>
      <p:sp>
        <p:nvSpPr>
          <p:cNvPr id="53" name="Google Shape;53;p5"/>
          <p:cNvSpPr txBox="1">
            <a:spLocks noGrp="1"/>
          </p:cNvSpPr>
          <p:nvPr>
            <p:ph type="dt" idx="10"/>
          </p:nvPr>
        </p:nvSpPr>
        <p:spPr>
          <a:xfrm>
            <a:off x="7358679" y="6116070"/>
            <a:ext cx="857473"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5"/>
          <p:cNvSpPr txBox="1">
            <a:spLocks noGrp="1"/>
          </p:cNvSpPr>
          <p:nvPr>
            <p:ph type="ftr" idx="11"/>
          </p:nvPr>
        </p:nvSpPr>
        <p:spPr>
          <a:xfrm>
            <a:off x="1986997" y="6116070"/>
            <a:ext cx="531451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5"/>
          <p:cNvSpPr txBox="1">
            <a:spLocks noGrp="1"/>
          </p:cNvSpPr>
          <p:nvPr>
            <p:ph type="sldNum" idx="12"/>
          </p:nvPr>
        </p:nvSpPr>
        <p:spPr>
          <a:xfrm>
            <a:off x="8273317" y="6116070"/>
            <a:ext cx="41348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1"/>
              </a:buClr>
              <a:buSzPts val="1000"/>
              <a:buFont typeface="Corbel"/>
              <a:buNone/>
              <a:defRPr/>
            </a:lvl1pPr>
            <a:lvl2pPr marL="0" lvl="1" indent="0" algn="r">
              <a:spcBef>
                <a:spcPts val="0"/>
              </a:spcBef>
              <a:spcAft>
                <a:spcPts val="0"/>
              </a:spcAft>
              <a:buClr>
                <a:schemeClr val="dk1"/>
              </a:buClr>
              <a:buSzPts val="1000"/>
              <a:buFont typeface="Corbel"/>
              <a:buNone/>
              <a:defRPr/>
            </a:lvl2pPr>
            <a:lvl3pPr marL="0" lvl="2" indent="0" algn="r">
              <a:spcBef>
                <a:spcPts val="0"/>
              </a:spcBef>
              <a:spcAft>
                <a:spcPts val="0"/>
              </a:spcAft>
              <a:buClr>
                <a:schemeClr val="dk1"/>
              </a:buClr>
              <a:buSzPts val="1000"/>
              <a:buFont typeface="Corbel"/>
              <a:buNone/>
              <a:defRPr/>
            </a:lvl3pPr>
            <a:lvl4pPr marL="0" lvl="3" indent="0" algn="r">
              <a:spcBef>
                <a:spcPts val="0"/>
              </a:spcBef>
              <a:spcAft>
                <a:spcPts val="0"/>
              </a:spcAft>
              <a:buClr>
                <a:schemeClr val="dk1"/>
              </a:buClr>
              <a:buSzPts val="1000"/>
              <a:buFont typeface="Corbel"/>
              <a:buNone/>
              <a:defRPr/>
            </a:lvl4pPr>
            <a:lvl5pPr marL="0" lvl="4" indent="0" algn="r">
              <a:spcBef>
                <a:spcPts val="0"/>
              </a:spcBef>
              <a:spcAft>
                <a:spcPts val="0"/>
              </a:spcAft>
              <a:buClr>
                <a:schemeClr val="dk1"/>
              </a:buClr>
              <a:buSzPts val="1000"/>
              <a:buFont typeface="Corbel"/>
              <a:buNone/>
              <a:defRPr/>
            </a:lvl5pPr>
            <a:lvl6pPr marL="0" lvl="5" indent="0" algn="r">
              <a:spcBef>
                <a:spcPts val="0"/>
              </a:spcBef>
              <a:spcAft>
                <a:spcPts val="0"/>
              </a:spcAft>
              <a:buClr>
                <a:schemeClr val="dk1"/>
              </a:buClr>
              <a:buSzPts val="1000"/>
              <a:buFont typeface="Corbel"/>
              <a:buNone/>
              <a:defRPr/>
            </a:lvl6pPr>
            <a:lvl7pPr marL="0" lvl="6" indent="0" algn="r">
              <a:spcBef>
                <a:spcPts val="0"/>
              </a:spcBef>
              <a:spcAft>
                <a:spcPts val="0"/>
              </a:spcAft>
              <a:buClr>
                <a:schemeClr val="dk1"/>
              </a:buClr>
              <a:buSzPts val="1000"/>
              <a:buFont typeface="Corbel"/>
              <a:buNone/>
              <a:defRPr/>
            </a:lvl7pPr>
            <a:lvl8pPr marL="0" lvl="7" indent="0" algn="r">
              <a:spcBef>
                <a:spcPts val="0"/>
              </a:spcBef>
              <a:spcAft>
                <a:spcPts val="0"/>
              </a:spcAft>
              <a:buClr>
                <a:schemeClr val="dk1"/>
              </a:buClr>
              <a:buSzPts val="1000"/>
              <a:buFont typeface="Corbel"/>
              <a:buNone/>
              <a:defRPr/>
            </a:lvl8pPr>
            <a:lvl9pPr marL="0" lvl="8" indent="0" algn="r">
              <a:spcBef>
                <a:spcPts val="0"/>
              </a:spcBef>
              <a:spcAft>
                <a:spcPts val="0"/>
              </a:spcAft>
              <a:buClr>
                <a:schemeClr val="dk1"/>
              </a:buClr>
              <a:buSzPts val="1000"/>
              <a:buFont typeface="Corbel"/>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6"/>
        <p:cNvGrpSpPr/>
        <p:nvPr/>
      </p:nvGrpSpPr>
      <p:grpSpPr>
        <a:xfrm>
          <a:off x="0" y="0"/>
          <a:ext cx="0" cy="0"/>
          <a:chOff x="0" y="0"/>
          <a:chExt cx="0" cy="0"/>
        </a:xfrm>
      </p:grpSpPr>
      <p:sp>
        <p:nvSpPr>
          <p:cNvPr id="57" name="Google Shape;57;p6"/>
          <p:cNvSpPr txBox="1">
            <a:spLocks noGrp="1"/>
          </p:cNvSpPr>
          <p:nvPr>
            <p:ph type="title"/>
          </p:nvPr>
        </p:nvSpPr>
        <p:spPr>
          <a:xfrm>
            <a:off x="982133" y="457201"/>
            <a:ext cx="7704667" cy="19812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000"/>
              <a:buFont typeface="Corbe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6"/>
          <p:cNvSpPr txBox="1">
            <a:spLocks noGrp="1"/>
          </p:cNvSpPr>
          <p:nvPr>
            <p:ph type="body" idx="1"/>
          </p:nvPr>
        </p:nvSpPr>
        <p:spPr>
          <a:xfrm>
            <a:off x="1329481" y="2658533"/>
            <a:ext cx="3456291" cy="576262"/>
          </a:xfrm>
          <a:prstGeom prst="rect">
            <a:avLst/>
          </a:prstGeom>
          <a:noFill/>
          <a:ln>
            <a:noFill/>
          </a:ln>
        </p:spPr>
        <p:txBody>
          <a:bodyPr spcFirstLastPara="1" wrap="square" lIns="91425" tIns="45700" rIns="91425" bIns="45700" anchor="b" anchorCtr="0">
            <a:noAutofit/>
          </a:bodyPr>
          <a:lstStyle>
            <a:lvl1pPr marL="457200" lvl="0" indent="-228600" algn="l">
              <a:spcBef>
                <a:spcPts val="560"/>
              </a:spcBef>
              <a:spcAft>
                <a:spcPts val="0"/>
              </a:spcAft>
              <a:buSzPts val="4060"/>
              <a:buNone/>
              <a:defRPr sz="2800" b="0">
                <a:solidFill>
                  <a:srgbClr val="1186C3"/>
                </a:solidFill>
              </a:defRPr>
            </a:lvl1pPr>
            <a:lvl2pPr marL="914400" lvl="1" indent="-228600" algn="l">
              <a:spcBef>
                <a:spcPts val="600"/>
              </a:spcBef>
              <a:spcAft>
                <a:spcPts val="0"/>
              </a:spcAft>
              <a:buSzPts val="2900"/>
              <a:buNone/>
              <a:defRPr sz="2000" b="1"/>
            </a:lvl2pPr>
            <a:lvl3pPr marL="1371600" lvl="2" indent="-228600" algn="l">
              <a:spcBef>
                <a:spcPts val="600"/>
              </a:spcBef>
              <a:spcAft>
                <a:spcPts val="0"/>
              </a:spcAft>
              <a:buSzPts val="2610"/>
              <a:buNone/>
              <a:defRPr sz="1800" b="1"/>
            </a:lvl3pPr>
            <a:lvl4pPr marL="1828800" lvl="3" indent="-228600" algn="l">
              <a:spcBef>
                <a:spcPts val="600"/>
              </a:spcBef>
              <a:spcAft>
                <a:spcPts val="0"/>
              </a:spcAft>
              <a:buSzPts val="2320"/>
              <a:buNone/>
              <a:defRPr sz="1600" b="1"/>
            </a:lvl4pPr>
            <a:lvl5pPr marL="2286000" lvl="4" indent="-228600" algn="l">
              <a:spcBef>
                <a:spcPts val="600"/>
              </a:spcBef>
              <a:spcAft>
                <a:spcPts val="0"/>
              </a:spcAft>
              <a:buSzPts val="2320"/>
              <a:buNone/>
              <a:defRPr sz="1600" b="1"/>
            </a:lvl5pPr>
            <a:lvl6pPr marL="2743200" lvl="5" indent="-228600" algn="l">
              <a:spcBef>
                <a:spcPts val="600"/>
              </a:spcBef>
              <a:spcAft>
                <a:spcPts val="0"/>
              </a:spcAft>
              <a:buSzPts val="2320"/>
              <a:buNone/>
              <a:defRPr sz="1600" b="1"/>
            </a:lvl6pPr>
            <a:lvl7pPr marL="3200400" lvl="6" indent="-228600" algn="l">
              <a:spcBef>
                <a:spcPts val="600"/>
              </a:spcBef>
              <a:spcAft>
                <a:spcPts val="0"/>
              </a:spcAft>
              <a:buSzPts val="2320"/>
              <a:buNone/>
              <a:defRPr sz="1600" b="1"/>
            </a:lvl7pPr>
            <a:lvl8pPr marL="3657600" lvl="7" indent="-228600" algn="l">
              <a:spcBef>
                <a:spcPts val="600"/>
              </a:spcBef>
              <a:spcAft>
                <a:spcPts val="0"/>
              </a:spcAft>
              <a:buSzPts val="2320"/>
              <a:buNone/>
              <a:defRPr sz="1600" b="1"/>
            </a:lvl8pPr>
            <a:lvl9pPr marL="4114800" lvl="8" indent="-228600" algn="l">
              <a:spcBef>
                <a:spcPts val="600"/>
              </a:spcBef>
              <a:spcAft>
                <a:spcPts val="600"/>
              </a:spcAft>
              <a:buSzPts val="2320"/>
              <a:buNone/>
              <a:defRPr sz="1600" b="1"/>
            </a:lvl9pPr>
          </a:lstStyle>
          <a:p>
            <a:endParaRPr/>
          </a:p>
        </p:txBody>
      </p:sp>
      <p:sp>
        <p:nvSpPr>
          <p:cNvPr id="59" name="Google Shape;59;p6"/>
          <p:cNvSpPr txBox="1">
            <a:spLocks noGrp="1"/>
          </p:cNvSpPr>
          <p:nvPr>
            <p:ph type="body" idx="2"/>
          </p:nvPr>
        </p:nvSpPr>
        <p:spPr>
          <a:xfrm>
            <a:off x="1113523" y="3335336"/>
            <a:ext cx="3672248" cy="2665259"/>
          </a:xfrm>
          <a:prstGeom prst="rect">
            <a:avLst/>
          </a:prstGeom>
          <a:noFill/>
          <a:ln>
            <a:noFill/>
          </a:ln>
        </p:spPr>
        <p:txBody>
          <a:bodyPr spcFirstLastPara="1" wrap="square" lIns="91425" tIns="45700" rIns="91425" bIns="45700" anchor="t" anchorCtr="0">
            <a:normAutofit/>
          </a:bodyPr>
          <a:lstStyle>
            <a:lvl1pPr marL="457200" lvl="0" indent="-394335" algn="l">
              <a:spcBef>
                <a:spcPts val="360"/>
              </a:spcBef>
              <a:spcAft>
                <a:spcPts val="0"/>
              </a:spcAft>
              <a:buSzPts val="2610"/>
              <a:buChar char="•"/>
              <a:defRPr sz="1800"/>
            </a:lvl1pPr>
            <a:lvl2pPr marL="914400" lvl="1" indent="-375919" algn="l">
              <a:spcBef>
                <a:spcPts val="600"/>
              </a:spcBef>
              <a:spcAft>
                <a:spcPts val="0"/>
              </a:spcAft>
              <a:buSzPts val="2320"/>
              <a:buChar char="•"/>
              <a:defRPr sz="1600"/>
            </a:lvl2pPr>
            <a:lvl3pPr marL="1371600" lvl="2" indent="-357505" algn="l">
              <a:spcBef>
                <a:spcPts val="600"/>
              </a:spcBef>
              <a:spcAft>
                <a:spcPts val="0"/>
              </a:spcAft>
              <a:buSzPts val="2030"/>
              <a:buChar char="•"/>
              <a:defRPr sz="1400"/>
            </a:lvl3pPr>
            <a:lvl4pPr marL="1828800" lvl="3" indent="-339089" algn="l">
              <a:spcBef>
                <a:spcPts val="600"/>
              </a:spcBef>
              <a:spcAft>
                <a:spcPts val="0"/>
              </a:spcAft>
              <a:buSzPts val="1740"/>
              <a:buChar char="•"/>
              <a:defRPr sz="1200"/>
            </a:lvl4pPr>
            <a:lvl5pPr marL="2286000" lvl="4" indent="-339089" algn="l">
              <a:spcBef>
                <a:spcPts val="600"/>
              </a:spcBef>
              <a:spcAft>
                <a:spcPts val="0"/>
              </a:spcAft>
              <a:buSzPts val="1740"/>
              <a:buChar char="•"/>
              <a:defRPr sz="1200"/>
            </a:lvl5pPr>
            <a:lvl6pPr marL="2743200" lvl="5" indent="-339089" algn="l">
              <a:spcBef>
                <a:spcPts val="600"/>
              </a:spcBef>
              <a:spcAft>
                <a:spcPts val="0"/>
              </a:spcAft>
              <a:buSzPts val="1740"/>
              <a:buChar char="•"/>
              <a:defRPr sz="1200"/>
            </a:lvl6pPr>
            <a:lvl7pPr marL="3200400" lvl="6" indent="-339089" algn="l">
              <a:spcBef>
                <a:spcPts val="600"/>
              </a:spcBef>
              <a:spcAft>
                <a:spcPts val="0"/>
              </a:spcAft>
              <a:buSzPts val="1740"/>
              <a:buChar char="•"/>
              <a:defRPr sz="1200"/>
            </a:lvl7pPr>
            <a:lvl8pPr marL="3657600" lvl="7" indent="-339090" algn="l">
              <a:spcBef>
                <a:spcPts val="600"/>
              </a:spcBef>
              <a:spcAft>
                <a:spcPts val="0"/>
              </a:spcAft>
              <a:buSzPts val="1740"/>
              <a:buChar char="•"/>
              <a:defRPr sz="1200"/>
            </a:lvl8pPr>
            <a:lvl9pPr marL="4114800" lvl="8" indent="-339090" algn="l">
              <a:spcBef>
                <a:spcPts val="600"/>
              </a:spcBef>
              <a:spcAft>
                <a:spcPts val="600"/>
              </a:spcAft>
              <a:buSzPts val="1740"/>
              <a:buChar char="•"/>
              <a:defRPr sz="1200"/>
            </a:lvl9pPr>
          </a:lstStyle>
          <a:p>
            <a:endParaRPr/>
          </a:p>
        </p:txBody>
      </p:sp>
      <p:sp>
        <p:nvSpPr>
          <p:cNvPr id="60" name="Google Shape;60;p6"/>
          <p:cNvSpPr txBox="1">
            <a:spLocks noGrp="1"/>
          </p:cNvSpPr>
          <p:nvPr>
            <p:ph type="body" idx="3"/>
          </p:nvPr>
        </p:nvSpPr>
        <p:spPr>
          <a:xfrm>
            <a:off x="5161710" y="2667000"/>
            <a:ext cx="3467806" cy="576262"/>
          </a:xfrm>
          <a:prstGeom prst="rect">
            <a:avLst/>
          </a:prstGeom>
          <a:noFill/>
          <a:ln>
            <a:noFill/>
          </a:ln>
        </p:spPr>
        <p:txBody>
          <a:bodyPr spcFirstLastPara="1" wrap="square" lIns="91425" tIns="45700" rIns="91425" bIns="45700" anchor="b" anchorCtr="0">
            <a:noAutofit/>
          </a:bodyPr>
          <a:lstStyle>
            <a:lvl1pPr marL="457200" lvl="0" indent="-228600" algn="l">
              <a:spcBef>
                <a:spcPts val="560"/>
              </a:spcBef>
              <a:spcAft>
                <a:spcPts val="0"/>
              </a:spcAft>
              <a:buSzPts val="4060"/>
              <a:buNone/>
              <a:defRPr sz="2800" b="0">
                <a:solidFill>
                  <a:srgbClr val="1186C3"/>
                </a:solidFill>
              </a:defRPr>
            </a:lvl1pPr>
            <a:lvl2pPr marL="914400" lvl="1" indent="-228600" algn="l">
              <a:spcBef>
                <a:spcPts val="600"/>
              </a:spcBef>
              <a:spcAft>
                <a:spcPts val="0"/>
              </a:spcAft>
              <a:buSzPts val="2900"/>
              <a:buNone/>
              <a:defRPr sz="2000" b="1"/>
            </a:lvl2pPr>
            <a:lvl3pPr marL="1371600" lvl="2" indent="-228600" algn="l">
              <a:spcBef>
                <a:spcPts val="600"/>
              </a:spcBef>
              <a:spcAft>
                <a:spcPts val="0"/>
              </a:spcAft>
              <a:buSzPts val="2610"/>
              <a:buNone/>
              <a:defRPr sz="1800" b="1"/>
            </a:lvl3pPr>
            <a:lvl4pPr marL="1828800" lvl="3" indent="-228600" algn="l">
              <a:spcBef>
                <a:spcPts val="600"/>
              </a:spcBef>
              <a:spcAft>
                <a:spcPts val="0"/>
              </a:spcAft>
              <a:buSzPts val="2320"/>
              <a:buNone/>
              <a:defRPr sz="1600" b="1"/>
            </a:lvl4pPr>
            <a:lvl5pPr marL="2286000" lvl="4" indent="-228600" algn="l">
              <a:spcBef>
                <a:spcPts val="600"/>
              </a:spcBef>
              <a:spcAft>
                <a:spcPts val="0"/>
              </a:spcAft>
              <a:buSzPts val="2320"/>
              <a:buNone/>
              <a:defRPr sz="1600" b="1"/>
            </a:lvl5pPr>
            <a:lvl6pPr marL="2743200" lvl="5" indent="-228600" algn="l">
              <a:spcBef>
                <a:spcPts val="600"/>
              </a:spcBef>
              <a:spcAft>
                <a:spcPts val="0"/>
              </a:spcAft>
              <a:buSzPts val="2320"/>
              <a:buNone/>
              <a:defRPr sz="1600" b="1"/>
            </a:lvl6pPr>
            <a:lvl7pPr marL="3200400" lvl="6" indent="-228600" algn="l">
              <a:spcBef>
                <a:spcPts val="600"/>
              </a:spcBef>
              <a:spcAft>
                <a:spcPts val="0"/>
              </a:spcAft>
              <a:buSzPts val="2320"/>
              <a:buNone/>
              <a:defRPr sz="1600" b="1"/>
            </a:lvl7pPr>
            <a:lvl8pPr marL="3657600" lvl="7" indent="-228600" algn="l">
              <a:spcBef>
                <a:spcPts val="600"/>
              </a:spcBef>
              <a:spcAft>
                <a:spcPts val="0"/>
              </a:spcAft>
              <a:buSzPts val="2320"/>
              <a:buNone/>
              <a:defRPr sz="1600" b="1"/>
            </a:lvl8pPr>
            <a:lvl9pPr marL="4114800" lvl="8" indent="-228600" algn="l">
              <a:spcBef>
                <a:spcPts val="600"/>
              </a:spcBef>
              <a:spcAft>
                <a:spcPts val="600"/>
              </a:spcAft>
              <a:buSzPts val="2320"/>
              <a:buNone/>
              <a:defRPr sz="1600" b="1"/>
            </a:lvl9pPr>
          </a:lstStyle>
          <a:p>
            <a:endParaRPr/>
          </a:p>
        </p:txBody>
      </p:sp>
      <p:sp>
        <p:nvSpPr>
          <p:cNvPr id="61" name="Google Shape;61;p6"/>
          <p:cNvSpPr txBox="1">
            <a:spLocks noGrp="1"/>
          </p:cNvSpPr>
          <p:nvPr>
            <p:ph type="body" idx="4"/>
          </p:nvPr>
        </p:nvSpPr>
        <p:spPr>
          <a:xfrm>
            <a:off x="4957266" y="3335336"/>
            <a:ext cx="3672248" cy="2665259"/>
          </a:xfrm>
          <a:prstGeom prst="rect">
            <a:avLst/>
          </a:prstGeom>
          <a:noFill/>
          <a:ln>
            <a:noFill/>
          </a:ln>
        </p:spPr>
        <p:txBody>
          <a:bodyPr spcFirstLastPara="1" wrap="square" lIns="91425" tIns="45700" rIns="91425" bIns="45700" anchor="t" anchorCtr="0">
            <a:normAutofit/>
          </a:bodyPr>
          <a:lstStyle>
            <a:lvl1pPr marL="457200" lvl="0" indent="-394335" algn="l">
              <a:spcBef>
                <a:spcPts val="360"/>
              </a:spcBef>
              <a:spcAft>
                <a:spcPts val="0"/>
              </a:spcAft>
              <a:buSzPts val="2610"/>
              <a:buChar char="•"/>
              <a:defRPr sz="1800"/>
            </a:lvl1pPr>
            <a:lvl2pPr marL="914400" lvl="1" indent="-375919" algn="l">
              <a:spcBef>
                <a:spcPts val="600"/>
              </a:spcBef>
              <a:spcAft>
                <a:spcPts val="0"/>
              </a:spcAft>
              <a:buSzPts val="2320"/>
              <a:buChar char="•"/>
              <a:defRPr sz="1600"/>
            </a:lvl2pPr>
            <a:lvl3pPr marL="1371600" lvl="2" indent="-357505" algn="l">
              <a:spcBef>
                <a:spcPts val="600"/>
              </a:spcBef>
              <a:spcAft>
                <a:spcPts val="0"/>
              </a:spcAft>
              <a:buSzPts val="2030"/>
              <a:buChar char="•"/>
              <a:defRPr sz="1400"/>
            </a:lvl3pPr>
            <a:lvl4pPr marL="1828800" lvl="3" indent="-339089" algn="l">
              <a:spcBef>
                <a:spcPts val="600"/>
              </a:spcBef>
              <a:spcAft>
                <a:spcPts val="0"/>
              </a:spcAft>
              <a:buSzPts val="1740"/>
              <a:buChar char="•"/>
              <a:defRPr sz="1200"/>
            </a:lvl4pPr>
            <a:lvl5pPr marL="2286000" lvl="4" indent="-339089" algn="l">
              <a:spcBef>
                <a:spcPts val="600"/>
              </a:spcBef>
              <a:spcAft>
                <a:spcPts val="0"/>
              </a:spcAft>
              <a:buSzPts val="1740"/>
              <a:buChar char="•"/>
              <a:defRPr sz="1200"/>
            </a:lvl5pPr>
            <a:lvl6pPr marL="2743200" lvl="5" indent="-339089" algn="l">
              <a:spcBef>
                <a:spcPts val="600"/>
              </a:spcBef>
              <a:spcAft>
                <a:spcPts val="0"/>
              </a:spcAft>
              <a:buSzPts val="1740"/>
              <a:buChar char="•"/>
              <a:defRPr sz="1200"/>
            </a:lvl6pPr>
            <a:lvl7pPr marL="3200400" lvl="6" indent="-339089" algn="l">
              <a:spcBef>
                <a:spcPts val="600"/>
              </a:spcBef>
              <a:spcAft>
                <a:spcPts val="0"/>
              </a:spcAft>
              <a:buSzPts val="1740"/>
              <a:buChar char="•"/>
              <a:defRPr sz="1200"/>
            </a:lvl7pPr>
            <a:lvl8pPr marL="3657600" lvl="7" indent="-339090" algn="l">
              <a:spcBef>
                <a:spcPts val="600"/>
              </a:spcBef>
              <a:spcAft>
                <a:spcPts val="0"/>
              </a:spcAft>
              <a:buSzPts val="1740"/>
              <a:buChar char="•"/>
              <a:defRPr sz="1200"/>
            </a:lvl8pPr>
            <a:lvl9pPr marL="4114800" lvl="8" indent="-339090" algn="l">
              <a:spcBef>
                <a:spcPts val="600"/>
              </a:spcBef>
              <a:spcAft>
                <a:spcPts val="600"/>
              </a:spcAft>
              <a:buSzPts val="1740"/>
              <a:buChar char="•"/>
              <a:defRPr sz="1200"/>
            </a:lvl9pPr>
          </a:lstStyle>
          <a:p>
            <a:endParaRPr/>
          </a:p>
        </p:txBody>
      </p:sp>
      <p:sp>
        <p:nvSpPr>
          <p:cNvPr id="62" name="Google Shape;62;p6"/>
          <p:cNvSpPr txBox="1">
            <a:spLocks noGrp="1"/>
          </p:cNvSpPr>
          <p:nvPr>
            <p:ph type="dt" idx="10"/>
          </p:nvPr>
        </p:nvSpPr>
        <p:spPr>
          <a:xfrm>
            <a:off x="7358679" y="6116070"/>
            <a:ext cx="857473"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6"/>
          <p:cNvSpPr txBox="1">
            <a:spLocks noGrp="1"/>
          </p:cNvSpPr>
          <p:nvPr>
            <p:ph type="ftr" idx="11"/>
          </p:nvPr>
        </p:nvSpPr>
        <p:spPr>
          <a:xfrm>
            <a:off x="1986997" y="6116070"/>
            <a:ext cx="531451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6"/>
          <p:cNvSpPr txBox="1">
            <a:spLocks noGrp="1"/>
          </p:cNvSpPr>
          <p:nvPr>
            <p:ph type="sldNum" idx="12"/>
          </p:nvPr>
        </p:nvSpPr>
        <p:spPr>
          <a:xfrm>
            <a:off x="8273317" y="6116070"/>
            <a:ext cx="41348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1"/>
              </a:buClr>
              <a:buSzPts val="1000"/>
              <a:buFont typeface="Corbel"/>
              <a:buNone/>
              <a:defRPr/>
            </a:lvl1pPr>
            <a:lvl2pPr marL="0" lvl="1" indent="0" algn="r">
              <a:spcBef>
                <a:spcPts val="0"/>
              </a:spcBef>
              <a:spcAft>
                <a:spcPts val="0"/>
              </a:spcAft>
              <a:buClr>
                <a:schemeClr val="dk1"/>
              </a:buClr>
              <a:buSzPts val="1000"/>
              <a:buFont typeface="Corbel"/>
              <a:buNone/>
              <a:defRPr/>
            </a:lvl2pPr>
            <a:lvl3pPr marL="0" lvl="2" indent="0" algn="r">
              <a:spcBef>
                <a:spcPts val="0"/>
              </a:spcBef>
              <a:spcAft>
                <a:spcPts val="0"/>
              </a:spcAft>
              <a:buClr>
                <a:schemeClr val="dk1"/>
              </a:buClr>
              <a:buSzPts val="1000"/>
              <a:buFont typeface="Corbel"/>
              <a:buNone/>
              <a:defRPr/>
            </a:lvl3pPr>
            <a:lvl4pPr marL="0" lvl="3" indent="0" algn="r">
              <a:spcBef>
                <a:spcPts val="0"/>
              </a:spcBef>
              <a:spcAft>
                <a:spcPts val="0"/>
              </a:spcAft>
              <a:buClr>
                <a:schemeClr val="dk1"/>
              </a:buClr>
              <a:buSzPts val="1000"/>
              <a:buFont typeface="Corbel"/>
              <a:buNone/>
              <a:defRPr/>
            </a:lvl4pPr>
            <a:lvl5pPr marL="0" lvl="4" indent="0" algn="r">
              <a:spcBef>
                <a:spcPts val="0"/>
              </a:spcBef>
              <a:spcAft>
                <a:spcPts val="0"/>
              </a:spcAft>
              <a:buClr>
                <a:schemeClr val="dk1"/>
              </a:buClr>
              <a:buSzPts val="1000"/>
              <a:buFont typeface="Corbel"/>
              <a:buNone/>
              <a:defRPr/>
            </a:lvl5pPr>
            <a:lvl6pPr marL="0" lvl="5" indent="0" algn="r">
              <a:spcBef>
                <a:spcPts val="0"/>
              </a:spcBef>
              <a:spcAft>
                <a:spcPts val="0"/>
              </a:spcAft>
              <a:buClr>
                <a:schemeClr val="dk1"/>
              </a:buClr>
              <a:buSzPts val="1000"/>
              <a:buFont typeface="Corbel"/>
              <a:buNone/>
              <a:defRPr/>
            </a:lvl6pPr>
            <a:lvl7pPr marL="0" lvl="6" indent="0" algn="r">
              <a:spcBef>
                <a:spcPts val="0"/>
              </a:spcBef>
              <a:spcAft>
                <a:spcPts val="0"/>
              </a:spcAft>
              <a:buClr>
                <a:schemeClr val="dk1"/>
              </a:buClr>
              <a:buSzPts val="1000"/>
              <a:buFont typeface="Corbel"/>
              <a:buNone/>
              <a:defRPr/>
            </a:lvl7pPr>
            <a:lvl8pPr marL="0" lvl="7" indent="0" algn="r">
              <a:spcBef>
                <a:spcPts val="0"/>
              </a:spcBef>
              <a:spcAft>
                <a:spcPts val="0"/>
              </a:spcAft>
              <a:buClr>
                <a:schemeClr val="dk1"/>
              </a:buClr>
              <a:buSzPts val="1000"/>
              <a:buFont typeface="Corbel"/>
              <a:buNone/>
              <a:defRPr/>
            </a:lvl8pPr>
            <a:lvl9pPr marL="0" lvl="8" indent="0" algn="r">
              <a:spcBef>
                <a:spcPts val="0"/>
              </a:spcBef>
              <a:spcAft>
                <a:spcPts val="0"/>
              </a:spcAft>
              <a:buClr>
                <a:schemeClr val="dk1"/>
              </a:buClr>
              <a:buSzPts val="1000"/>
              <a:buFont typeface="Corbel"/>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5"/>
        <p:cNvGrpSpPr/>
        <p:nvPr/>
      </p:nvGrpSpPr>
      <p:grpSpPr>
        <a:xfrm>
          <a:off x="0" y="0"/>
          <a:ext cx="0" cy="0"/>
          <a:chOff x="0" y="0"/>
          <a:chExt cx="0" cy="0"/>
        </a:xfrm>
      </p:grpSpPr>
      <p:sp>
        <p:nvSpPr>
          <p:cNvPr id="66" name="Google Shape;66;p7"/>
          <p:cNvSpPr txBox="1">
            <a:spLocks noGrp="1"/>
          </p:cNvSpPr>
          <p:nvPr>
            <p:ph type="title"/>
          </p:nvPr>
        </p:nvSpPr>
        <p:spPr>
          <a:xfrm>
            <a:off x="982133" y="457201"/>
            <a:ext cx="7704667" cy="19812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7"/>
          <p:cNvSpPr txBox="1">
            <a:spLocks noGrp="1"/>
          </p:cNvSpPr>
          <p:nvPr>
            <p:ph type="dt" idx="10"/>
          </p:nvPr>
        </p:nvSpPr>
        <p:spPr>
          <a:xfrm>
            <a:off x="7358679" y="6116070"/>
            <a:ext cx="857473"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7"/>
          <p:cNvSpPr txBox="1">
            <a:spLocks noGrp="1"/>
          </p:cNvSpPr>
          <p:nvPr>
            <p:ph type="ftr" idx="11"/>
          </p:nvPr>
        </p:nvSpPr>
        <p:spPr>
          <a:xfrm>
            <a:off x="1986997" y="6116070"/>
            <a:ext cx="531451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7"/>
          <p:cNvSpPr txBox="1">
            <a:spLocks noGrp="1"/>
          </p:cNvSpPr>
          <p:nvPr>
            <p:ph type="sldNum" idx="12"/>
          </p:nvPr>
        </p:nvSpPr>
        <p:spPr>
          <a:xfrm>
            <a:off x="8273317" y="6116070"/>
            <a:ext cx="41348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1"/>
              </a:buClr>
              <a:buSzPts val="1000"/>
              <a:buFont typeface="Corbel"/>
              <a:buNone/>
              <a:defRPr/>
            </a:lvl1pPr>
            <a:lvl2pPr marL="0" lvl="1" indent="0" algn="r">
              <a:spcBef>
                <a:spcPts val="0"/>
              </a:spcBef>
              <a:spcAft>
                <a:spcPts val="0"/>
              </a:spcAft>
              <a:buClr>
                <a:schemeClr val="dk1"/>
              </a:buClr>
              <a:buSzPts val="1000"/>
              <a:buFont typeface="Corbel"/>
              <a:buNone/>
              <a:defRPr/>
            </a:lvl2pPr>
            <a:lvl3pPr marL="0" lvl="2" indent="0" algn="r">
              <a:spcBef>
                <a:spcPts val="0"/>
              </a:spcBef>
              <a:spcAft>
                <a:spcPts val="0"/>
              </a:spcAft>
              <a:buClr>
                <a:schemeClr val="dk1"/>
              </a:buClr>
              <a:buSzPts val="1000"/>
              <a:buFont typeface="Corbel"/>
              <a:buNone/>
              <a:defRPr/>
            </a:lvl3pPr>
            <a:lvl4pPr marL="0" lvl="3" indent="0" algn="r">
              <a:spcBef>
                <a:spcPts val="0"/>
              </a:spcBef>
              <a:spcAft>
                <a:spcPts val="0"/>
              </a:spcAft>
              <a:buClr>
                <a:schemeClr val="dk1"/>
              </a:buClr>
              <a:buSzPts val="1000"/>
              <a:buFont typeface="Corbel"/>
              <a:buNone/>
              <a:defRPr/>
            </a:lvl4pPr>
            <a:lvl5pPr marL="0" lvl="4" indent="0" algn="r">
              <a:spcBef>
                <a:spcPts val="0"/>
              </a:spcBef>
              <a:spcAft>
                <a:spcPts val="0"/>
              </a:spcAft>
              <a:buClr>
                <a:schemeClr val="dk1"/>
              </a:buClr>
              <a:buSzPts val="1000"/>
              <a:buFont typeface="Corbel"/>
              <a:buNone/>
              <a:defRPr/>
            </a:lvl5pPr>
            <a:lvl6pPr marL="0" lvl="5" indent="0" algn="r">
              <a:spcBef>
                <a:spcPts val="0"/>
              </a:spcBef>
              <a:spcAft>
                <a:spcPts val="0"/>
              </a:spcAft>
              <a:buClr>
                <a:schemeClr val="dk1"/>
              </a:buClr>
              <a:buSzPts val="1000"/>
              <a:buFont typeface="Corbel"/>
              <a:buNone/>
              <a:defRPr/>
            </a:lvl6pPr>
            <a:lvl7pPr marL="0" lvl="6" indent="0" algn="r">
              <a:spcBef>
                <a:spcPts val="0"/>
              </a:spcBef>
              <a:spcAft>
                <a:spcPts val="0"/>
              </a:spcAft>
              <a:buClr>
                <a:schemeClr val="dk1"/>
              </a:buClr>
              <a:buSzPts val="1000"/>
              <a:buFont typeface="Corbel"/>
              <a:buNone/>
              <a:defRPr/>
            </a:lvl7pPr>
            <a:lvl8pPr marL="0" lvl="7" indent="0" algn="r">
              <a:spcBef>
                <a:spcPts val="0"/>
              </a:spcBef>
              <a:spcAft>
                <a:spcPts val="0"/>
              </a:spcAft>
              <a:buClr>
                <a:schemeClr val="dk1"/>
              </a:buClr>
              <a:buSzPts val="1000"/>
              <a:buFont typeface="Corbel"/>
              <a:buNone/>
              <a:defRPr/>
            </a:lvl8pPr>
            <a:lvl9pPr marL="0" lvl="8" indent="0" algn="r">
              <a:spcBef>
                <a:spcPts val="0"/>
              </a:spcBef>
              <a:spcAft>
                <a:spcPts val="0"/>
              </a:spcAft>
              <a:buClr>
                <a:schemeClr val="dk1"/>
              </a:buClr>
              <a:buSzPts val="1000"/>
              <a:buFont typeface="Corbel"/>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0"/>
        <p:cNvGrpSpPr/>
        <p:nvPr/>
      </p:nvGrpSpPr>
      <p:grpSpPr>
        <a:xfrm>
          <a:off x="0" y="0"/>
          <a:ext cx="0" cy="0"/>
          <a:chOff x="0" y="0"/>
          <a:chExt cx="0" cy="0"/>
        </a:xfrm>
      </p:grpSpPr>
      <p:sp>
        <p:nvSpPr>
          <p:cNvPr id="71" name="Google Shape;71;p8"/>
          <p:cNvSpPr txBox="1">
            <a:spLocks noGrp="1"/>
          </p:cNvSpPr>
          <p:nvPr>
            <p:ph type="dt" idx="10"/>
          </p:nvPr>
        </p:nvSpPr>
        <p:spPr>
          <a:xfrm>
            <a:off x="7358679" y="6116070"/>
            <a:ext cx="857473"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8"/>
          <p:cNvSpPr txBox="1">
            <a:spLocks noGrp="1"/>
          </p:cNvSpPr>
          <p:nvPr>
            <p:ph type="ftr" idx="11"/>
          </p:nvPr>
        </p:nvSpPr>
        <p:spPr>
          <a:xfrm>
            <a:off x="1986997" y="6116070"/>
            <a:ext cx="531451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8"/>
          <p:cNvSpPr txBox="1">
            <a:spLocks noGrp="1"/>
          </p:cNvSpPr>
          <p:nvPr>
            <p:ph type="sldNum" idx="12"/>
          </p:nvPr>
        </p:nvSpPr>
        <p:spPr>
          <a:xfrm>
            <a:off x="8273317" y="6116070"/>
            <a:ext cx="41348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1"/>
              </a:buClr>
              <a:buSzPts val="1000"/>
              <a:buFont typeface="Corbel"/>
              <a:buNone/>
              <a:defRPr/>
            </a:lvl1pPr>
            <a:lvl2pPr marL="0" lvl="1" indent="0" algn="r">
              <a:spcBef>
                <a:spcPts val="0"/>
              </a:spcBef>
              <a:spcAft>
                <a:spcPts val="0"/>
              </a:spcAft>
              <a:buClr>
                <a:schemeClr val="dk1"/>
              </a:buClr>
              <a:buSzPts val="1000"/>
              <a:buFont typeface="Corbel"/>
              <a:buNone/>
              <a:defRPr/>
            </a:lvl2pPr>
            <a:lvl3pPr marL="0" lvl="2" indent="0" algn="r">
              <a:spcBef>
                <a:spcPts val="0"/>
              </a:spcBef>
              <a:spcAft>
                <a:spcPts val="0"/>
              </a:spcAft>
              <a:buClr>
                <a:schemeClr val="dk1"/>
              </a:buClr>
              <a:buSzPts val="1000"/>
              <a:buFont typeface="Corbel"/>
              <a:buNone/>
              <a:defRPr/>
            </a:lvl3pPr>
            <a:lvl4pPr marL="0" lvl="3" indent="0" algn="r">
              <a:spcBef>
                <a:spcPts val="0"/>
              </a:spcBef>
              <a:spcAft>
                <a:spcPts val="0"/>
              </a:spcAft>
              <a:buClr>
                <a:schemeClr val="dk1"/>
              </a:buClr>
              <a:buSzPts val="1000"/>
              <a:buFont typeface="Corbel"/>
              <a:buNone/>
              <a:defRPr/>
            </a:lvl4pPr>
            <a:lvl5pPr marL="0" lvl="4" indent="0" algn="r">
              <a:spcBef>
                <a:spcPts val="0"/>
              </a:spcBef>
              <a:spcAft>
                <a:spcPts val="0"/>
              </a:spcAft>
              <a:buClr>
                <a:schemeClr val="dk1"/>
              </a:buClr>
              <a:buSzPts val="1000"/>
              <a:buFont typeface="Corbel"/>
              <a:buNone/>
              <a:defRPr/>
            </a:lvl5pPr>
            <a:lvl6pPr marL="0" lvl="5" indent="0" algn="r">
              <a:spcBef>
                <a:spcPts val="0"/>
              </a:spcBef>
              <a:spcAft>
                <a:spcPts val="0"/>
              </a:spcAft>
              <a:buClr>
                <a:schemeClr val="dk1"/>
              </a:buClr>
              <a:buSzPts val="1000"/>
              <a:buFont typeface="Corbel"/>
              <a:buNone/>
              <a:defRPr/>
            </a:lvl6pPr>
            <a:lvl7pPr marL="0" lvl="6" indent="0" algn="r">
              <a:spcBef>
                <a:spcPts val="0"/>
              </a:spcBef>
              <a:spcAft>
                <a:spcPts val="0"/>
              </a:spcAft>
              <a:buClr>
                <a:schemeClr val="dk1"/>
              </a:buClr>
              <a:buSzPts val="1000"/>
              <a:buFont typeface="Corbel"/>
              <a:buNone/>
              <a:defRPr/>
            </a:lvl7pPr>
            <a:lvl8pPr marL="0" lvl="7" indent="0" algn="r">
              <a:spcBef>
                <a:spcPts val="0"/>
              </a:spcBef>
              <a:spcAft>
                <a:spcPts val="0"/>
              </a:spcAft>
              <a:buClr>
                <a:schemeClr val="dk1"/>
              </a:buClr>
              <a:buSzPts val="1000"/>
              <a:buFont typeface="Corbel"/>
              <a:buNone/>
              <a:defRPr/>
            </a:lvl8pPr>
            <a:lvl9pPr marL="0" lvl="8" indent="0" algn="r">
              <a:spcBef>
                <a:spcPts val="0"/>
              </a:spcBef>
              <a:spcAft>
                <a:spcPts val="0"/>
              </a:spcAft>
              <a:buClr>
                <a:schemeClr val="dk1"/>
              </a:buClr>
              <a:buSzPts val="1000"/>
              <a:buFont typeface="Corbel"/>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4"/>
        <p:cNvGrpSpPr/>
        <p:nvPr/>
      </p:nvGrpSpPr>
      <p:grpSpPr>
        <a:xfrm>
          <a:off x="0" y="0"/>
          <a:ext cx="0" cy="0"/>
          <a:chOff x="0" y="0"/>
          <a:chExt cx="0" cy="0"/>
        </a:xfrm>
      </p:grpSpPr>
      <p:sp>
        <p:nvSpPr>
          <p:cNvPr id="75" name="Google Shape;75;p9"/>
          <p:cNvSpPr txBox="1">
            <a:spLocks noGrp="1"/>
          </p:cNvSpPr>
          <p:nvPr>
            <p:ph type="title"/>
          </p:nvPr>
        </p:nvSpPr>
        <p:spPr>
          <a:xfrm>
            <a:off x="1113524" y="1600200"/>
            <a:ext cx="2662534" cy="1371600"/>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chemeClr val="dk1"/>
              </a:buClr>
              <a:buSzPts val="2400"/>
              <a:buFont typeface="Corbel"/>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9"/>
          <p:cNvSpPr txBox="1">
            <a:spLocks noGrp="1"/>
          </p:cNvSpPr>
          <p:nvPr>
            <p:ph type="body" idx="1"/>
          </p:nvPr>
        </p:nvSpPr>
        <p:spPr>
          <a:xfrm>
            <a:off x="3947553" y="685800"/>
            <a:ext cx="4681962" cy="5105401"/>
          </a:xfrm>
          <a:prstGeom prst="rect">
            <a:avLst/>
          </a:prstGeom>
          <a:noFill/>
          <a:ln>
            <a:noFill/>
          </a:ln>
        </p:spPr>
        <p:txBody>
          <a:bodyPr spcFirstLastPara="1" wrap="square" lIns="91425" tIns="45700" rIns="91425" bIns="45700" anchor="ctr" anchorCtr="0">
            <a:normAutofit/>
          </a:bodyPr>
          <a:lstStyle>
            <a:lvl1pPr marL="457200" lvl="0" indent="-412750" algn="l">
              <a:spcBef>
                <a:spcPts val="400"/>
              </a:spcBef>
              <a:spcAft>
                <a:spcPts val="0"/>
              </a:spcAft>
              <a:buSzPts val="2900"/>
              <a:buChar char="•"/>
              <a:defRPr sz="2000"/>
            </a:lvl1pPr>
            <a:lvl2pPr marL="914400" lvl="1" indent="-394335" algn="l">
              <a:spcBef>
                <a:spcPts val="600"/>
              </a:spcBef>
              <a:spcAft>
                <a:spcPts val="0"/>
              </a:spcAft>
              <a:buSzPts val="2610"/>
              <a:buChar char="•"/>
              <a:defRPr sz="1800"/>
            </a:lvl2pPr>
            <a:lvl3pPr marL="1371600" lvl="2" indent="-375919" algn="l">
              <a:spcBef>
                <a:spcPts val="600"/>
              </a:spcBef>
              <a:spcAft>
                <a:spcPts val="0"/>
              </a:spcAft>
              <a:buSzPts val="2320"/>
              <a:buChar char="•"/>
              <a:defRPr sz="1600"/>
            </a:lvl3pPr>
            <a:lvl4pPr marL="1828800" lvl="3" indent="-357505" algn="l">
              <a:spcBef>
                <a:spcPts val="600"/>
              </a:spcBef>
              <a:spcAft>
                <a:spcPts val="0"/>
              </a:spcAft>
              <a:buSzPts val="2030"/>
              <a:buChar char="•"/>
              <a:defRPr sz="1400"/>
            </a:lvl4pPr>
            <a:lvl5pPr marL="2286000" lvl="4" indent="-357504" algn="l">
              <a:spcBef>
                <a:spcPts val="600"/>
              </a:spcBef>
              <a:spcAft>
                <a:spcPts val="0"/>
              </a:spcAft>
              <a:buSzPts val="2030"/>
              <a:buChar char="•"/>
              <a:defRPr sz="1400"/>
            </a:lvl5pPr>
            <a:lvl6pPr marL="2743200" lvl="5" indent="-357504" algn="l">
              <a:spcBef>
                <a:spcPts val="600"/>
              </a:spcBef>
              <a:spcAft>
                <a:spcPts val="0"/>
              </a:spcAft>
              <a:buSzPts val="2030"/>
              <a:buChar char="•"/>
              <a:defRPr sz="1400"/>
            </a:lvl6pPr>
            <a:lvl7pPr marL="3200400" lvl="6" indent="-357504" algn="l">
              <a:spcBef>
                <a:spcPts val="600"/>
              </a:spcBef>
              <a:spcAft>
                <a:spcPts val="0"/>
              </a:spcAft>
              <a:buSzPts val="2030"/>
              <a:buChar char="•"/>
              <a:defRPr sz="1400"/>
            </a:lvl7pPr>
            <a:lvl8pPr marL="3657600" lvl="7" indent="-357504" algn="l">
              <a:spcBef>
                <a:spcPts val="600"/>
              </a:spcBef>
              <a:spcAft>
                <a:spcPts val="0"/>
              </a:spcAft>
              <a:buSzPts val="2030"/>
              <a:buChar char="•"/>
              <a:defRPr sz="1400"/>
            </a:lvl8pPr>
            <a:lvl9pPr marL="4114800" lvl="8" indent="-357504" algn="l">
              <a:spcBef>
                <a:spcPts val="600"/>
              </a:spcBef>
              <a:spcAft>
                <a:spcPts val="600"/>
              </a:spcAft>
              <a:buSzPts val="2030"/>
              <a:buChar char="•"/>
              <a:defRPr sz="1400"/>
            </a:lvl9pPr>
          </a:lstStyle>
          <a:p>
            <a:endParaRPr/>
          </a:p>
        </p:txBody>
      </p:sp>
      <p:sp>
        <p:nvSpPr>
          <p:cNvPr id="77" name="Google Shape;77;p9"/>
          <p:cNvSpPr txBox="1">
            <a:spLocks noGrp="1"/>
          </p:cNvSpPr>
          <p:nvPr>
            <p:ph type="body" idx="2"/>
          </p:nvPr>
        </p:nvSpPr>
        <p:spPr>
          <a:xfrm>
            <a:off x="1113524" y="2971800"/>
            <a:ext cx="2662534" cy="1828800"/>
          </a:xfrm>
          <a:prstGeom prst="rect">
            <a:avLst/>
          </a:prstGeom>
          <a:noFill/>
          <a:ln>
            <a:noFill/>
          </a:ln>
        </p:spPr>
        <p:txBody>
          <a:bodyPr spcFirstLastPara="1" wrap="square" lIns="91425" tIns="45700" rIns="91425" bIns="45700" anchor="ctr" anchorCtr="0">
            <a:normAutofit/>
          </a:bodyPr>
          <a:lstStyle>
            <a:lvl1pPr marL="457200" lvl="0" indent="-228600" algn="ctr">
              <a:spcBef>
                <a:spcPts val="320"/>
              </a:spcBef>
              <a:spcAft>
                <a:spcPts val="0"/>
              </a:spcAft>
              <a:buSzPts val="2320"/>
              <a:buNone/>
              <a:defRPr sz="1600"/>
            </a:lvl1pPr>
            <a:lvl2pPr marL="914400" lvl="1" indent="-228600" algn="l">
              <a:spcBef>
                <a:spcPts val="600"/>
              </a:spcBef>
              <a:spcAft>
                <a:spcPts val="0"/>
              </a:spcAft>
              <a:buSzPts val="1740"/>
              <a:buNone/>
              <a:defRPr sz="1200"/>
            </a:lvl2pPr>
            <a:lvl3pPr marL="1371600" lvl="2" indent="-228600" algn="l">
              <a:spcBef>
                <a:spcPts val="600"/>
              </a:spcBef>
              <a:spcAft>
                <a:spcPts val="0"/>
              </a:spcAft>
              <a:buSzPts val="1450"/>
              <a:buNone/>
              <a:defRPr sz="1000"/>
            </a:lvl3pPr>
            <a:lvl4pPr marL="1828800" lvl="3" indent="-228600" algn="l">
              <a:spcBef>
                <a:spcPts val="600"/>
              </a:spcBef>
              <a:spcAft>
                <a:spcPts val="0"/>
              </a:spcAft>
              <a:buSzPts val="1305"/>
              <a:buNone/>
              <a:defRPr sz="900"/>
            </a:lvl4pPr>
            <a:lvl5pPr marL="2286000" lvl="4" indent="-228600" algn="l">
              <a:spcBef>
                <a:spcPts val="600"/>
              </a:spcBef>
              <a:spcAft>
                <a:spcPts val="0"/>
              </a:spcAft>
              <a:buSzPts val="1305"/>
              <a:buNone/>
              <a:defRPr sz="900"/>
            </a:lvl5pPr>
            <a:lvl6pPr marL="2743200" lvl="5" indent="-228600" algn="l">
              <a:spcBef>
                <a:spcPts val="600"/>
              </a:spcBef>
              <a:spcAft>
                <a:spcPts val="0"/>
              </a:spcAft>
              <a:buSzPts val="1305"/>
              <a:buNone/>
              <a:defRPr sz="900"/>
            </a:lvl6pPr>
            <a:lvl7pPr marL="3200400" lvl="6" indent="-228600" algn="l">
              <a:spcBef>
                <a:spcPts val="600"/>
              </a:spcBef>
              <a:spcAft>
                <a:spcPts val="0"/>
              </a:spcAft>
              <a:buSzPts val="1305"/>
              <a:buNone/>
              <a:defRPr sz="900"/>
            </a:lvl7pPr>
            <a:lvl8pPr marL="3657600" lvl="7" indent="-228600" algn="l">
              <a:spcBef>
                <a:spcPts val="600"/>
              </a:spcBef>
              <a:spcAft>
                <a:spcPts val="0"/>
              </a:spcAft>
              <a:buSzPts val="1305"/>
              <a:buNone/>
              <a:defRPr sz="900"/>
            </a:lvl8pPr>
            <a:lvl9pPr marL="4114800" lvl="8" indent="-228600" algn="l">
              <a:spcBef>
                <a:spcPts val="600"/>
              </a:spcBef>
              <a:spcAft>
                <a:spcPts val="600"/>
              </a:spcAft>
              <a:buSzPts val="1305"/>
              <a:buNone/>
              <a:defRPr sz="900"/>
            </a:lvl9pPr>
          </a:lstStyle>
          <a:p>
            <a:endParaRPr/>
          </a:p>
        </p:txBody>
      </p:sp>
      <p:sp>
        <p:nvSpPr>
          <p:cNvPr id="78" name="Google Shape;78;p9"/>
          <p:cNvSpPr txBox="1">
            <a:spLocks noGrp="1"/>
          </p:cNvSpPr>
          <p:nvPr>
            <p:ph type="dt" idx="10"/>
          </p:nvPr>
        </p:nvSpPr>
        <p:spPr>
          <a:xfrm>
            <a:off x="7358679" y="6116070"/>
            <a:ext cx="857473"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9"/>
          <p:cNvSpPr txBox="1">
            <a:spLocks noGrp="1"/>
          </p:cNvSpPr>
          <p:nvPr>
            <p:ph type="ftr" idx="11"/>
          </p:nvPr>
        </p:nvSpPr>
        <p:spPr>
          <a:xfrm>
            <a:off x="1986997" y="6116070"/>
            <a:ext cx="531451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9"/>
          <p:cNvSpPr txBox="1">
            <a:spLocks noGrp="1"/>
          </p:cNvSpPr>
          <p:nvPr>
            <p:ph type="sldNum" idx="12"/>
          </p:nvPr>
        </p:nvSpPr>
        <p:spPr>
          <a:xfrm>
            <a:off x="8273317" y="6116070"/>
            <a:ext cx="41348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1"/>
              </a:buClr>
              <a:buSzPts val="1000"/>
              <a:buFont typeface="Corbel"/>
              <a:buNone/>
              <a:defRPr/>
            </a:lvl1pPr>
            <a:lvl2pPr marL="0" lvl="1" indent="0" algn="r">
              <a:spcBef>
                <a:spcPts val="0"/>
              </a:spcBef>
              <a:spcAft>
                <a:spcPts val="0"/>
              </a:spcAft>
              <a:buClr>
                <a:schemeClr val="dk1"/>
              </a:buClr>
              <a:buSzPts val="1000"/>
              <a:buFont typeface="Corbel"/>
              <a:buNone/>
              <a:defRPr/>
            </a:lvl2pPr>
            <a:lvl3pPr marL="0" lvl="2" indent="0" algn="r">
              <a:spcBef>
                <a:spcPts val="0"/>
              </a:spcBef>
              <a:spcAft>
                <a:spcPts val="0"/>
              </a:spcAft>
              <a:buClr>
                <a:schemeClr val="dk1"/>
              </a:buClr>
              <a:buSzPts val="1000"/>
              <a:buFont typeface="Corbel"/>
              <a:buNone/>
              <a:defRPr/>
            </a:lvl3pPr>
            <a:lvl4pPr marL="0" lvl="3" indent="0" algn="r">
              <a:spcBef>
                <a:spcPts val="0"/>
              </a:spcBef>
              <a:spcAft>
                <a:spcPts val="0"/>
              </a:spcAft>
              <a:buClr>
                <a:schemeClr val="dk1"/>
              </a:buClr>
              <a:buSzPts val="1000"/>
              <a:buFont typeface="Corbel"/>
              <a:buNone/>
              <a:defRPr/>
            </a:lvl4pPr>
            <a:lvl5pPr marL="0" lvl="4" indent="0" algn="r">
              <a:spcBef>
                <a:spcPts val="0"/>
              </a:spcBef>
              <a:spcAft>
                <a:spcPts val="0"/>
              </a:spcAft>
              <a:buClr>
                <a:schemeClr val="dk1"/>
              </a:buClr>
              <a:buSzPts val="1000"/>
              <a:buFont typeface="Corbel"/>
              <a:buNone/>
              <a:defRPr/>
            </a:lvl5pPr>
            <a:lvl6pPr marL="0" lvl="5" indent="0" algn="r">
              <a:spcBef>
                <a:spcPts val="0"/>
              </a:spcBef>
              <a:spcAft>
                <a:spcPts val="0"/>
              </a:spcAft>
              <a:buClr>
                <a:schemeClr val="dk1"/>
              </a:buClr>
              <a:buSzPts val="1000"/>
              <a:buFont typeface="Corbel"/>
              <a:buNone/>
              <a:defRPr/>
            </a:lvl6pPr>
            <a:lvl7pPr marL="0" lvl="6" indent="0" algn="r">
              <a:spcBef>
                <a:spcPts val="0"/>
              </a:spcBef>
              <a:spcAft>
                <a:spcPts val="0"/>
              </a:spcAft>
              <a:buClr>
                <a:schemeClr val="dk1"/>
              </a:buClr>
              <a:buSzPts val="1000"/>
              <a:buFont typeface="Corbel"/>
              <a:buNone/>
              <a:defRPr/>
            </a:lvl7pPr>
            <a:lvl8pPr marL="0" lvl="7" indent="0" algn="r">
              <a:spcBef>
                <a:spcPts val="0"/>
              </a:spcBef>
              <a:spcAft>
                <a:spcPts val="0"/>
              </a:spcAft>
              <a:buClr>
                <a:schemeClr val="dk1"/>
              </a:buClr>
              <a:buSzPts val="1000"/>
              <a:buFont typeface="Corbel"/>
              <a:buNone/>
              <a:defRPr/>
            </a:lvl8pPr>
            <a:lvl9pPr marL="0" lvl="8" indent="0" algn="r">
              <a:spcBef>
                <a:spcPts val="0"/>
              </a:spcBef>
              <a:spcAft>
                <a:spcPts val="0"/>
              </a:spcAft>
              <a:buClr>
                <a:schemeClr val="dk1"/>
              </a:buClr>
              <a:buSzPts val="1000"/>
              <a:buFont typeface="Corbel"/>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1"/>
        <p:cNvGrpSpPr/>
        <p:nvPr/>
      </p:nvGrpSpPr>
      <p:grpSpPr>
        <a:xfrm>
          <a:off x="0" y="0"/>
          <a:ext cx="0" cy="0"/>
          <a:chOff x="0" y="0"/>
          <a:chExt cx="0" cy="0"/>
        </a:xfrm>
      </p:grpSpPr>
      <p:sp>
        <p:nvSpPr>
          <p:cNvPr id="82" name="Google Shape;82;p10"/>
          <p:cNvSpPr txBox="1">
            <a:spLocks noGrp="1"/>
          </p:cNvSpPr>
          <p:nvPr>
            <p:ph type="title"/>
          </p:nvPr>
        </p:nvSpPr>
        <p:spPr>
          <a:xfrm>
            <a:off x="1112332" y="1752599"/>
            <a:ext cx="4070679" cy="1371600"/>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chemeClr val="dk1"/>
              </a:buClr>
              <a:buSzPts val="2800"/>
              <a:buFont typeface="Corbel"/>
              <a:buNone/>
              <a:defRPr sz="28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0"/>
          <p:cNvSpPr>
            <a:spLocks noGrp="1"/>
          </p:cNvSpPr>
          <p:nvPr>
            <p:ph type="pic" idx="2"/>
          </p:nvPr>
        </p:nvSpPr>
        <p:spPr>
          <a:xfrm>
            <a:off x="5697495" y="914400"/>
            <a:ext cx="2461371" cy="4572000"/>
          </a:xfrm>
          <a:prstGeom prst="roundRect">
            <a:avLst>
              <a:gd name="adj" fmla="val 4280"/>
            </a:avLst>
          </a:prstGeom>
          <a:noFill/>
          <a:ln w="38100" cap="flat" cmpd="sng">
            <a:solidFill>
              <a:schemeClr val="lt2"/>
            </a:solidFill>
            <a:prstDash val="solid"/>
            <a:round/>
            <a:headEnd type="none" w="sm" len="sm"/>
            <a:tailEnd type="none" w="sm" len="sm"/>
          </a:ln>
        </p:spPr>
      </p:sp>
      <p:sp>
        <p:nvSpPr>
          <p:cNvPr id="84" name="Google Shape;84;p10"/>
          <p:cNvSpPr txBox="1">
            <a:spLocks noGrp="1"/>
          </p:cNvSpPr>
          <p:nvPr>
            <p:ph type="body" idx="1"/>
          </p:nvPr>
        </p:nvSpPr>
        <p:spPr>
          <a:xfrm>
            <a:off x="1112332" y="3124199"/>
            <a:ext cx="4070679" cy="1828800"/>
          </a:xfrm>
          <a:prstGeom prst="rect">
            <a:avLst/>
          </a:prstGeom>
          <a:noFill/>
          <a:ln>
            <a:noFill/>
          </a:ln>
        </p:spPr>
        <p:txBody>
          <a:bodyPr spcFirstLastPara="1" wrap="square" lIns="91425" tIns="45700" rIns="91425" bIns="45700" anchor="ctr" anchorCtr="0">
            <a:normAutofit/>
          </a:bodyPr>
          <a:lstStyle>
            <a:lvl1pPr marL="457200" lvl="0" indent="-228600" algn="ctr">
              <a:spcBef>
                <a:spcPts val="360"/>
              </a:spcBef>
              <a:spcAft>
                <a:spcPts val="0"/>
              </a:spcAft>
              <a:buSzPts val="2610"/>
              <a:buNone/>
              <a:defRPr sz="1800"/>
            </a:lvl1pPr>
            <a:lvl2pPr marL="914400" lvl="1" indent="-228600" algn="l">
              <a:spcBef>
                <a:spcPts val="600"/>
              </a:spcBef>
              <a:spcAft>
                <a:spcPts val="0"/>
              </a:spcAft>
              <a:buSzPts val="1740"/>
              <a:buNone/>
              <a:defRPr sz="1200"/>
            </a:lvl2pPr>
            <a:lvl3pPr marL="1371600" lvl="2" indent="-228600" algn="l">
              <a:spcBef>
                <a:spcPts val="600"/>
              </a:spcBef>
              <a:spcAft>
                <a:spcPts val="0"/>
              </a:spcAft>
              <a:buSzPts val="1450"/>
              <a:buNone/>
              <a:defRPr sz="1000"/>
            </a:lvl3pPr>
            <a:lvl4pPr marL="1828800" lvl="3" indent="-228600" algn="l">
              <a:spcBef>
                <a:spcPts val="600"/>
              </a:spcBef>
              <a:spcAft>
                <a:spcPts val="0"/>
              </a:spcAft>
              <a:buSzPts val="1305"/>
              <a:buNone/>
              <a:defRPr sz="900"/>
            </a:lvl4pPr>
            <a:lvl5pPr marL="2286000" lvl="4" indent="-228600" algn="l">
              <a:spcBef>
                <a:spcPts val="600"/>
              </a:spcBef>
              <a:spcAft>
                <a:spcPts val="0"/>
              </a:spcAft>
              <a:buSzPts val="1305"/>
              <a:buNone/>
              <a:defRPr sz="900"/>
            </a:lvl5pPr>
            <a:lvl6pPr marL="2743200" lvl="5" indent="-228600" algn="l">
              <a:spcBef>
                <a:spcPts val="600"/>
              </a:spcBef>
              <a:spcAft>
                <a:spcPts val="0"/>
              </a:spcAft>
              <a:buSzPts val="1305"/>
              <a:buNone/>
              <a:defRPr sz="900"/>
            </a:lvl6pPr>
            <a:lvl7pPr marL="3200400" lvl="6" indent="-228600" algn="l">
              <a:spcBef>
                <a:spcPts val="600"/>
              </a:spcBef>
              <a:spcAft>
                <a:spcPts val="0"/>
              </a:spcAft>
              <a:buSzPts val="1305"/>
              <a:buNone/>
              <a:defRPr sz="900"/>
            </a:lvl7pPr>
            <a:lvl8pPr marL="3657600" lvl="7" indent="-228600" algn="l">
              <a:spcBef>
                <a:spcPts val="600"/>
              </a:spcBef>
              <a:spcAft>
                <a:spcPts val="0"/>
              </a:spcAft>
              <a:buSzPts val="1305"/>
              <a:buNone/>
              <a:defRPr sz="900"/>
            </a:lvl8pPr>
            <a:lvl9pPr marL="4114800" lvl="8" indent="-228600" algn="l">
              <a:spcBef>
                <a:spcPts val="600"/>
              </a:spcBef>
              <a:spcAft>
                <a:spcPts val="600"/>
              </a:spcAft>
              <a:buSzPts val="1305"/>
              <a:buNone/>
              <a:defRPr sz="900"/>
            </a:lvl9pPr>
          </a:lstStyle>
          <a:p>
            <a:endParaRPr/>
          </a:p>
        </p:txBody>
      </p:sp>
      <p:sp>
        <p:nvSpPr>
          <p:cNvPr id="85" name="Google Shape;85;p10"/>
          <p:cNvSpPr txBox="1">
            <a:spLocks noGrp="1"/>
          </p:cNvSpPr>
          <p:nvPr>
            <p:ph type="dt" idx="10"/>
          </p:nvPr>
        </p:nvSpPr>
        <p:spPr>
          <a:xfrm>
            <a:off x="7358679" y="6116070"/>
            <a:ext cx="857473"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0"/>
          <p:cNvSpPr txBox="1">
            <a:spLocks noGrp="1"/>
          </p:cNvSpPr>
          <p:nvPr>
            <p:ph type="ftr" idx="11"/>
          </p:nvPr>
        </p:nvSpPr>
        <p:spPr>
          <a:xfrm>
            <a:off x="1986997" y="6116070"/>
            <a:ext cx="531451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0"/>
          <p:cNvSpPr txBox="1">
            <a:spLocks noGrp="1"/>
          </p:cNvSpPr>
          <p:nvPr>
            <p:ph type="sldNum" idx="12"/>
          </p:nvPr>
        </p:nvSpPr>
        <p:spPr>
          <a:xfrm>
            <a:off x="8273317" y="6116070"/>
            <a:ext cx="41348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1"/>
              </a:buClr>
              <a:buSzPts val="1000"/>
              <a:buFont typeface="Corbel"/>
              <a:buNone/>
              <a:defRPr/>
            </a:lvl1pPr>
            <a:lvl2pPr marL="0" lvl="1" indent="0" algn="r">
              <a:spcBef>
                <a:spcPts val="0"/>
              </a:spcBef>
              <a:spcAft>
                <a:spcPts val="0"/>
              </a:spcAft>
              <a:buClr>
                <a:schemeClr val="dk1"/>
              </a:buClr>
              <a:buSzPts val="1000"/>
              <a:buFont typeface="Corbel"/>
              <a:buNone/>
              <a:defRPr/>
            </a:lvl2pPr>
            <a:lvl3pPr marL="0" lvl="2" indent="0" algn="r">
              <a:spcBef>
                <a:spcPts val="0"/>
              </a:spcBef>
              <a:spcAft>
                <a:spcPts val="0"/>
              </a:spcAft>
              <a:buClr>
                <a:schemeClr val="dk1"/>
              </a:buClr>
              <a:buSzPts val="1000"/>
              <a:buFont typeface="Corbel"/>
              <a:buNone/>
              <a:defRPr/>
            </a:lvl3pPr>
            <a:lvl4pPr marL="0" lvl="3" indent="0" algn="r">
              <a:spcBef>
                <a:spcPts val="0"/>
              </a:spcBef>
              <a:spcAft>
                <a:spcPts val="0"/>
              </a:spcAft>
              <a:buClr>
                <a:schemeClr val="dk1"/>
              </a:buClr>
              <a:buSzPts val="1000"/>
              <a:buFont typeface="Corbel"/>
              <a:buNone/>
              <a:defRPr/>
            </a:lvl4pPr>
            <a:lvl5pPr marL="0" lvl="4" indent="0" algn="r">
              <a:spcBef>
                <a:spcPts val="0"/>
              </a:spcBef>
              <a:spcAft>
                <a:spcPts val="0"/>
              </a:spcAft>
              <a:buClr>
                <a:schemeClr val="dk1"/>
              </a:buClr>
              <a:buSzPts val="1000"/>
              <a:buFont typeface="Corbel"/>
              <a:buNone/>
              <a:defRPr/>
            </a:lvl5pPr>
            <a:lvl6pPr marL="0" lvl="5" indent="0" algn="r">
              <a:spcBef>
                <a:spcPts val="0"/>
              </a:spcBef>
              <a:spcAft>
                <a:spcPts val="0"/>
              </a:spcAft>
              <a:buClr>
                <a:schemeClr val="dk1"/>
              </a:buClr>
              <a:buSzPts val="1000"/>
              <a:buFont typeface="Corbel"/>
              <a:buNone/>
              <a:defRPr/>
            </a:lvl6pPr>
            <a:lvl7pPr marL="0" lvl="6" indent="0" algn="r">
              <a:spcBef>
                <a:spcPts val="0"/>
              </a:spcBef>
              <a:spcAft>
                <a:spcPts val="0"/>
              </a:spcAft>
              <a:buClr>
                <a:schemeClr val="dk1"/>
              </a:buClr>
              <a:buSzPts val="1000"/>
              <a:buFont typeface="Corbel"/>
              <a:buNone/>
              <a:defRPr/>
            </a:lvl7pPr>
            <a:lvl8pPr marL="0" lvl="7" indent="0" algn="r">
              <a:spcBef>
                <a:spcPts val="0"/>
              </a:spcBef>
              <a:spcAft>
                <a:spcPts val="0"/>
              </a:spcAft>
              <a:buClr>
                <a:schemeClr val="dk1"/>
              </a:buClr>
              <a:buSzPts val="1000"/>
              <a:buFont typeface="Corbel"/>
              <a:buNone/>
              <a:defRPr/>
            </a:lvl8pPr>
            <a:lvl9pPr marL="0" lvl="8" indent="0" algn="r">
              <a:spcBef>
                <a:spcPts val="0"/>
              </a:spcBef>
              <a:spcAft>
                <a:spcPts val="0"/>
              </a:spcAft>
              <a:buClr>
                <a:schemeClr val="dk1"/>
              </a:buClr>
              <a:buSzPts val="1000"/>
              <a:buFont typeface="Corbel"/>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88"/>
        <p:cNvGrpSpPr/>
        <p:nvPr/>
      </p:nvGrpSpPr>
      <p:grpSpPr>
        <a:xfrm>
          <a:off x="0" y="0"/>
          <a:ext cx="0" cy="0"/>
          <a:chOff x="0" y="0"/>
          <a:chExt cx="0" cy="0"/>
        </a:xfrm>
      </p:grpSpPr>
      <p:sp>
        <p:nvSpPr>
          <p:cNvPr id="89" name="Google Shape;89;p11"/>
          <p:cNvSpPr txBox="1">
            <a:spLocks noGrp="1"/>
          </p:cNvSpPr>
          <p:nvPr>
            <p:ph type="title"/>
          </p:nvPr>
        </p:nvSpPr>
        <p:spPr>
          <a:xfrm>
            <a:off x="1113523" y="4732865"/>
            <a:ext cx="7515991" cy="566738"/>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chemeClr val="dk1"/>
              </a:buClr>
              <a:buSzPts val="2400"/>
              <a:buFont typeface="Corbel"/>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1"/>
          <p:cNvSpPr>
            <a:spLocks noGrp="1"/>
          </p:cNvSpPr>
          <p:nvPr>
            <p:ph type="pic" idx="2"/>
          </p:nvPr>
        </p:nvSpPr>
        <p:spPr>
          <a:xfrm>
            <a:off x="1789975" y="932112"/>
            <a:ext cx="6171065" cy="3164976"/>
          </a:xfrm>
          <a:prstGeom prst="roundRect">
            <a:avLst>
              <a:gd name="adj" fmla="val 4380"/>
            </a:avLst>
          </a:prstGeom>
          <a:noFill/>
          <a:ln w="38100" cap="flat" cmpd="sng">
            <a:solidFill>
              <a:schemeClr val="lt2"/>
            </a:solidFill>
            <a:prstDash val="solid"/>
            <a:round/>
            <a:headEnd type="none" w="sm" len="sm"/>
            <a:tailEnd type="none" w="sm" len="sm"/>
          </a:ln>
        </p:spPr>
      </p:sp>
      <p:sp>
        <p:nvSpPr>
          <p:cNvPr id="91" name="Google Shape;91;p11"/>
          <p:cNvSpPr txBox="1">
            <a:spLocks noGrp="1"/>
          </p:cNvSpPr>
          <p:nvPr>
            <p:ph type="body" idx="1"/>
          </p:nvPr>
        </p:nvSpPr>
        <p:spPr>
          <a:xfrm>
            <a:off x="1113523" y="5299603"/>
            <a:ext cx="7515991" cy="493712"/>
          </a:xfrm>
          <a:prstGeom prst="rect">
            <a:avLst/>
          </a:prstGeom>
          <a:noFill/>
          <a:ln>
            <a:noFill/>
          </a:ln>
        </p:spPr>
        <p:txBody>
          <a:bodyPr spcFirstLastPara="1" wrap="square" lIns="91425" tIns="45700" rIns="91425" bIns="45700" anchor="ctr" anchorCtr="0">
            <a:normAutofit/>
          </a:bodyPr>
          <a:lstStyle>
            <a:lvl1pPr marL="457200" lvl="0" indent="-228600" algn="ctr">
              <a:spcBef>
                <a:spcPts val="280"/>
              </a:spcBef>
              <a:spcAft>
                <a:spcPts val="0"/>
              </a:spcAft>
              <a:buSzPts val="2030"/>
              <a:buNone/>
              <a:defRPr sz="1400"/>
            </a:lvl1pPr>
            <a:lvl2pPr marL="914400" lvl="1" indent="-228600" algn="l">
              <a:spcBef>
                <a:spcPts val="600"/>
              </a:spcBef>
              <a:spcAft>
                <a:spcPts val="0"/>
              </a:spcAft>
              <a:buSzPts val="1740"/>
              <a:buNone/>
              <a:defRPr sz="1200"/>
            </a:lvl2pPr>
            <a:lvl3pPr marL="1371600" lvl="2" indent="-228600" algn="l">
              <a:spcBef>
                <a:spcPts val="600"/>
              </a:spcBef>
              <a:spcAft>
                <a:spcPts val="0"/>
              </a:spcAft>
              <a:buSzPts val="1450"/>
              <a:buNone/>
              <a:defRPr sz="1000"/>
            </a:lvl3pPr>
            <a:lvl4pPr marL="1828800" lvl="3" indent="-228600" algn="l">
              <a:spcBef>
                <a:spcPts val="600"/>
              </a:spcBef>
              <a:spcAft>
                <a:spcPts val="0"/>
              </a:spcAft>
              <a:buSzPts val="1305"/>
              <a:buNone/>
              <a:defRPr sz="900"/>
            </a:lvl4pPr>
            <a:lvl5pPr marL="2286000" lvl="4" indent="-228600" algn="l">
              <a:spcBef>
                <a:spcPts val="600"/>
              </a:spcBef>
              <a:spcAft>
                <a:spcPts val="0"/>
              </a:spcAft>
              <a:buSzPts val="1305"/>
              <a:buNone/>
              <a:defRPr sz="900"/>
            </a:lvl5pPr>
            <a:lvl6pPr marL="2743200" lvl="5" indent="-228600" algn="l">
              <a:spcBef>
                <a:spcPts val="600"/>
              </a:spcBef>
              <a:spcAft>
                <a:spcPts val="0"/>
              </a:spcAft>
              <a:buSzPts val="1305"/>
              <a:buNone/>
              <a:defRPr sz="900"/>
            </a:lvl6pPr>
            <a:lvl7pPr marL="3200400" lvl="6" indent="-228600" algn="l">
              <a:spcBef>
                <a:spcPts val="600"/>
              </a:spcBef>
              <a:spcAft>
                <a:spcPts val="0"/>
              </a:spcAft>
              <a:buSzPts val="1305"/>
              <a:buNone/>
              <a:defRPr sz="900"/>
            </a:lvl7pPr>
            <a:lvl8pPr marL="3657600" lvl="7" indent="-228600" algn="l">
              <a:spcBef>
                <a:spcPts val="600"/>
              </a:spcBef>
              <a:spcAft>
                <a:spcPts val="0"/>
              </a:spcAft>
              <a:buSzPts val="1305"/>
              <a:buNone/>
              <a:defRPr sz="900"/>
            </a:lvl8pPr>
            <a:lvl9pPr marL="4114800" lvl="8" indent="-228600" algn="l">
              <a:spcBef>
                <a:spcPts val="600"/>
              </a:spcBef>
              <a:spcAft>
                <a:spcPts val="600"/>
              </a:spcAft>
              <a:buSzPts val="1305"/>
              <a:buNone/>
              <a:defRPr sz="900"/>
            </a:lvl9pPr>
          </a:lstStyle>
          <a:p>
            <a:endParaRPr/>
          </a:p>
        </p:txBody>
      </p:sp>
      <p:sp>
        <p:nvSpPr>
          <p:cNvPr id="92" name="Google Shape;92;p11"/>
          <p:cNvSpPr txBox="1">
            <a:spLocks noGrp="1"/>
          </p:cNvSpPr>
          <p:nvPr>
            <p:ph type="dt" idx="10"/>
          </p:nvPr>
        </p:nvSpPr>
        <p:spPr>
          <a:xfrm>
            <a:off x="7358679" y="6116070"/>
            <a:ext cx="857473"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1"/>
          <p:cNvSpPr txBox="1">
            <a:spLocks noGrp="1"/>
          </p:cNvSpPr>
          <p:nvPr>
            <p:ph type="ftr" idx="11"/>
          </p:nvPr>
        </p:nvSpPr>
        <p:spPr>
          <a:xfrm>
            <a:off x="1986997" y="6116070"/>
            <a:ext cx="531451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11"/>
          <p:cNvSpPr txBox="1">
            <a:spLocks noGrp="1"/>
          </p:cNvSpPr>
          <p:nvPr>
            <p:ph type="sldNum" idx="12"/>
          </p:nvPr>
        </p:nvSpPr>
        <p:spPr>
          <a:xfrm>
            <a:off x="8273317" y="6116070"/>
            <a:ext cx="41348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1"/>
              </a:buClr>
              <a:buSzPts val="1000"/>
              <a:buFont typeface="Corbel"/>
              <a:buNone/>
              <a:defRPr/>
            </a:lvl1pPr>
            <a:lvl2pPr marL="0" lvl="1" indent="0" algn="r">
              <a:spcBef>
                <a:spcPts val="0"/>
              </a:spcBef>
              <a:spcAft>
                <a:spcPts val="0"/>
              </a:spcAft>
              <a:buClr>
                <a:schemeClr val="dk1"/>
              </a:buClr>
              <a:buSzPts val="1000"/>
              <a:buFont typeface="Corbel"/>
              <a:buNone/>
              <a:defRPr/>
            </a:lvl2pPr>
            <a:lvl3pPr marL="0" lvl="2" indent="0" algn="r">
              <a:spcBef>
                <a:spcPts val="0"/>
              </a:spcBef>
              <a:spcAft>
                <a:spcPts val="0"/>
              </a:spcAft>
              <a:buClr>
                <a:schemeClr val="dk1"/>
              </a:buClr>
              <a:buSzPts val="1000"/>
              <a:buFont typeface="Corbel"/>
              <a:buNone/>
              <a:defRPr/>
            </a:lvl3pPr>
            <a:lvl4pPr marL="0" lvl="3" indent="0" algn="r">
              <a:spcBef>
                <a:spcPts val="0"/>
              </a:spcBef>
              <a:spcAft>
                <a:spcPts val="0"/>
              </a:spcAft>
              <a:buClr>
                <a:schemeClr val="dk1"/>
              </a:buClr>
              <a:buSzPts val="1000"/>
              <a:buFont typeface="Corbel"/>
              <a:buNone/>
              <a:defRPr/>
            </a:lvl4pPr>
            <a:lvl5pPr marL="0" lvl="4" indent="0" algn="r">
              <a:spcBef>
                <a:spcPts val="0"/>
              </a:spcBef>
              <a:spcAft>
                <a:spcPts val="0"/>
              </a:spcAft>
              <a:buClr>
                <a:schemeClr val="dk1"/>
              </a:buClr>
              <a:buSzPts val="1000"/>
              <a:buFont typeface="Corbel"/>
              <a:buNone/>
              <a:defRPr/>
            </a:lvl5pPr>
            <a:lvl6pPr marL="0" lvl="5" indent="0" algn="r">
              <a:spcBef>
                <a:spcPts val="0"/>
              </a:spcBef>
              <a:spcAft>
                <a:spcPts val="0"/>
              </a:spcAft>
              <a:buClr>
                <a:schemeClr val="dk1"/>
              </a:buClr>
              <a:buSzPts val="1000"/>
              <a:buFont typeface="Corbel"/>
              <a:buNone/>
              <a:defRPr/>
            </a:lvl6pPr>
            <a:lvl7pPr marL="0" lvl="6" indent="0" algn="r">
              <a:spcBef>
                <a:spcPts val="0"/>
              </a:spcBef>
              <a:spcAft>
                <a:spcPts val="0"/>
              </a:spcAft>
              <a:buClr>
                <a:schemeClr val="dk1"/>
              </a:buClr>
              <a:buSzPts val="1000"/>
              <a:buFont typeface="Corbel"/>
              <a:buNone/>
              <a:defRPr/>
            </a:lvl7pPr>
            <a:lvl8pPr marL="0" lvl="7" indent="0" algn="r">
              <a:spcBef>
                <a:spcPts val="0"/>
              </a:spcBef>
              <a:spcAft>
                <a:spcPts val="0"/>
              </a:spcAft>
              <a:buClr>
                <a:schemeClr val="dk1"/>
              </a:buClr>
              <a:buSzPts val="1000"/>
              <a:buFont typeface="Corbel"/>
              <a:buNone/>
              <a:defRPr/>
            </a:lvl8pPr>
            <a:lvl9pPr marL="0" lvl="8" indent="0" algn="r">
              <a:spcBef>
                <a:spcPts val="0"/>
              </a:spcBef>
              <a:spcAft>
                <a:spcPts val="0"/>
              </a:spcAft>
              <a:buClr>
                <a:schemeClr val="dk1"/>
              </a:buClr>
              <a:buSzPts val="1000"/>
              <a:buFont typeface="Corbel"/>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95"/>
        <p:cNvGrpSpPr/>
        <p:nvPr/>
      </p:nvGrpSpPr>
      <p:grpSpPr>
        <a:xfrm>
          <a:off x="0" y="0"/>
          <a:ext cx="0" cy="0"/>
          <a:chOff x="0" y="0"/>
          <a:chExt cx="0" cy="0"/>
        </a:xfrm>
      </p:grpSpPr>
      <p:sp>
        <p:nvSpPr>
          <p:cNvPr id="96" name="Google Shape;96;p12"/>
          <p:cNvSpPr txBox="1">
            <a:spLocks noGrp="1"/>
          </p:cNvSpPr>
          <p:nvPr>
            <p:ph type="title"/>
          </p:nvPr>
        </p:nvSpPr>
        <p:spPr>
          <a:xfrm>
            <a:off x="1113524" y="685800"/>
            <a:ext cx="7515991" cy="3048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200"/>
              <a:buFont typeface="Corbel"/>
              <a:buNone/>
              <a:defRPr sz="32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12"/>
          <p:cNvSpPr txBox="1">
            <a:spLocks noGrp="1"/>
          </p:cNvSpPr>
          <p:nvPr>
            <p:ph type="body" idx="1"/>
          </p:nvPr>
        </p:nvSpPr>
        <p:spPr>
          <a:xfrm>
            <a:off x="1113524" y="4343400"/>
            <a:ext cx="7515992" cy="1447800"/>
          </a:xfrm>
          <a:prstGeom prst="rect">
            <a:avLst/>
          </a:prstGeom>
          <a:noFill/>
          <a:ln>
            <a:noFill/>
          </a:ln>
        </p:spPr>
        <p:txBody>
          <a:bodyPr spcFirstLastPara="1" wrap="square" lIns="91425" tIns="45700" rIns="91425" bIns="45700" anchor="ctr" anchorCtr="0">
            <a:normAutofit/>
          </a:bodyPr>
          <a:lstStyle>
            <a:lvl1pPr marL="457200" lvl="0" indent="-228600" algn="ctr">
              <a:spcBef>
                <a:spcPts val="400"/>
              </a:spcBef>
              <a:spcAft>
                <a:spcPts val="0"/>
              </a:spcAft>
              <a:buSzPts val="2900"/>
              <a:buNone/>
              <a:defRPr sz="2000">
                <a:solidFill>
                  <a:schemeClr val="dk1"/>
                </a:solidFill>
              </a:defRPr>
            </a:lvl1pPr>
            <a:lvl2pPr marL="914400" lvl="1" indent="-228600" algn="l">
              <a:spcBef>
                <a:spcPts val="600"/>
              </a:spcBef>
              <a:spcAft>
                <a:spcPts val="0"/>
              </a:spcAft>
              <a:buSzPts val="2610"/>
              <a:buNone/>
              <a:defRPr sz="1800">
                <a:solidFill>
                  <a:srgbClr val="888888"/>
                </a:solidFill>
              </a:defRPr>
            </a:lvl2pPr>
            <a:lvl3pPr marL="1371600" lvl="2" indent="-228600" algn="l">
              <a:spcBef>
                <a:spcPts val="600"/>
              </a:spcBef>
              <a:spcAft>
                <a:spcPts val="0"/>
              </a:spcAft>
              <a:buSzPts val="2320"/>
              <a:buNone/>
              <a:defRPr sz="1600">
                <a:solidFill>
                  <a:srgbClr val="888888"/>
                </a:solidFill>
              </a:defRPr>
            </a:lvl3pPr>
            <a:lvl4pPr marL="1828800" lvl="3" indent="-228600" algn="l">
              <a:spcBef>
                <a:spcPts val="600"/>
              </a:spcBef>
              <a:spcAft>
                <a:spcPts val="0"/>
              </a:spcAft>
              <a:buSzPts val="2030"/>
              <a:buNone/>
              <a:defRPr sz="1400">
                <a:solidFill>
                  <a:srgbClr val="888888"/>
                </a:solidFill>
              </a:defRPr>
            </a:lvl4pPr>
            <a:lvl5pPr marL="2286000" lvl="4" indent="-228600" algn="l">
              <a:spcBef>
                <a:spcPts val="600"/>
              </a:spcBef>
              <a:spcAft>
                <a:spcPts val="0"/>
              </a:spcAft>
              <a:buSzPts val="2030"/>
              <a:buNone/>
              <a:defRPr sz="1400">
                <a:solidFill>
                  <a:srgbClr val="888888"/>
                </a:solidFill>
              </a:defRPr>
            </a:lvl5pPr>
            <a:lvl6pPr marL="2743200" lvl="5" indent="-228600" algn="l">
              <a:spcBef>
                <a:spcPts val="600"/>
              </a:spcBef>
              <a:spcAft>
                <a:spcPts val="0"/>
              </a:spcAft>
              <a:buSzPts val="2030"/>
              <a:buNone/>
              <a:defRPr sz="1400">
                <a:solidFill>
                  <a:srgbClr val="888888"/>
                </a:solidFill>
              </a:defRPr>
            </a:lvl6pPr>
            <a:lvl7pPr marL="3200400" lvl="6" indent="-228600" algn="l">
              <a:spcBef>
                <a:spcPts val="600"/>
              </a:spcBef>
              <a:spcAft>
                <a:spcPts val="0"/>
              </a:spcAft>
              <a:buSzPts val="2030"/>
              <a:buNone/>
              <a:defRPr sz="1400">
                <a:solidFill>
                  <a:srgbClr val="888888"/>
                </a:solidFill>
              </a:defRPr>
            </a:lvl7pPr>
            <a:lvl8pPr marL="3657600" lvl="7" indent="-228600" algn="l">
              <a:spcBef>
                <a:spcPts val="600"/>
              </a:spcBef>
              <a:spcAft>
                <a:spcPts val="0"/>
              </a:spcAft>
              <a:buSzPts val="2030"/>
              <a:buNone/>
              <a:defRPr sz="1400">
                <a:solidFill>
                  <a:srgbClr val="888888"/>
                </a:solidFill>
              </a:defRPr>
            </a:lvl8pPr>
            <a:lvl9pPr marL="4114800" lvl="8" indent="-228600" algn="l">
              <a:spcBef>
                <a:spcPts val="600"/>
              </a:spcBef>
              <a:spcAft>
                <a:spcPts val="600"/>
              </a:spcAft>
              <a:buSzPts val="2030"/>
              <a:buNone/>
              <a:defRPr sz="1400">
                <a:solidFill>
                  <a:srgbClr val="888888"/>
                </a:solidFill>
              </a:defRPr>
            </a:lvl9pPr>
          </a:lstStyle>
          <a:p>
            <a:endParaRPr/>
          </a:p>
        </p:txBody>
      </p:sp>
      <p:sp>
        <p:nvSpPr>
          <p:cNvPr id="98" name="Google Shape;98;p12"/>
          <p:cNvSpPr txBox="1">
            <a:spLocks noGrp="1"/>
          </p:cNvSpPr>
          <p:nvPr>
            <p:ph type="dt" idx="10"/>
          </p:nvPr>
        </p:nvSpPr>
        <p:spPr>
          <a:xfrm>
            <a:off x="7358679" y="6116070"/>
            <a:ext cx="857473"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12"/>
          <p:cNvSpPr txBox="1">
            <a:spLocks noGrp="1"/>
          </p:cNvSpPr>
          <p:nvPr>
            <p:ph type="ftr" idx="11"/>
          </p:nvPr>
        </p:nvSpPr>
        <p:spPr>
          <a:xfrm>
            <a:off x="1986997" y="6116070"/>
            <a:ext cx="531451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12"/>
          <p:cNvSpPr txBox="1">
            <a:spLocks noGrp="1"/>
          </p:cNvSpPr>
          <p:nvPr>
            <p:ph type="sldNum" idx="12"/>
          </p:nvPr>
        </p:nvSpPr>
        <p:spPr>
          <a:xfrm>
            <a:off x="8273317" y="6116070"/>
            <a:ext cx="41348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1"/>
              </a:buClr>
              <a:buSzPts val="1000"/>
              <a:buFont typeface="Corbel"/>
              <a:buNone/>
              <a:defRPr/>
            </a:lvl1pPr>
            <a:lvl2pPr marL="0" lvl="1" indent="0" algn="r">
              <a:spcBef>
                <a:spcPts val="0"/>
              </a:spcBef>
              <a:spcAft>
                <a:spcPts val="0"/>
              </a:spcAft>
              <a:buClr>
                <a:schemeClr val="dk1"/>
              </a:buClr>
              <a:buSzPts val="1000"/>
              <a:buFont typeface="Corbel"/>
              <a:buNone/>
              <a:defRPr/>
            </a:lvl2pPr>
            <a:lvl3pPr marL="0" lvl="2" indent="0" algn="r">
              <a:spcBef>
                <a:spcPts val="0"/>
              </a:spcBef>
              <a:spcAft>
                <a:spcPts val="0"/>
              </a:spcAft>
              <a:buClr>
                <a:schemeClr val="dk1"/>
              </a:buClr>
              <a:buSzPts val="1000"/>
              <a:buFont typeface="Corbel"/>
              <a:buNone/>
              <a:defRPr/>
            </a:lvl3pPr>
            <a:lvl4pPr marL="0" lvl="3" indent="0" algn="r">
              <a:spcBef>
                <a:spcPts val="0"/>
              </a:spcBef>
              <a:spcAft>
                <a:spcPts val="0"/>
              </a:spcAft>
              <a:buClr>
                <a:schemeClr val="dk1"/>
              </a:buClr>
              <a:buSzPts val="1000"/>
              <a:buFont typeface="Corbel"/>
              <a:buNone/>
              <a:defRPr/>
            </a:lvl4pPr>
            <a:lvl5pPr marL="0" lvl="4" indent="0" algn="r">
              <a:spcBef>
                <a:spcPts val="0"/>
              </a:spcBef>
              <a:spcAft>
                <a:spcPts val="0"/>
              </a:spcAft>
              <a:buClr>
                <a:schemeClr val="dk1"/>
              </a:buClr>
              <a:buSzPts val="1000"/>
              <a:buFont typeface="Corbel"/>
              <a:buNone/>
              <a:defRPr/>
            </a:lvl5pPr>
            <a:lvl6pPr marL="0" lvl="5" indent="0" algn="r">
              <a:spcBef>
                <a:spcPts val="0"/>
              </a:spcBef>
              <a:spcAft>
                <a:spcPts val="0"/>
              </a:spcAft>
              <a:buClr>
                <a:schemeClr val="dk1"/>
              </a:buClr>
              <a:buSzPts val="1000"/>
              <a:buFont typeface="Corbel"/>
              <a:buNone/>
              <a:defRPr/>
            </a:lvl6pPr>
            <a:lvl7pPr marL="0" lvl="6" indent="0" algn="r">
              <a:spcBef>
                <a:spcPts val="0"/>
              </a:spcBef>
              <a:spcAft>
                <a:spcPts val="0"/>
              </a:spcAft>
              <a:buClr>
                <a:schemeClr val="dk1"/>
              </a:buClr>
              <a:buSzPts val="1000"/>
              <a:buFont typeface="Corbel"/>
              <a:buNone/>
              <a:defRPr/>
            </a:lvl7pPr>
            <a:lvl8pPr marL="0" lvl="7" indent="0" algn="r">
              <a:spcBef>
                <a:spcPts val="0"/>
              </a:spcBef>
              <a:spcAft>
                <a:spcPts val="0"/>
              </a:spcAft>
              <a:buClr>
                <a:schemeClr val="dk1"/>
              </a:buClr>
              <a:buSzPts val="1000"/>
              <a:buFont typeface="Corbel"/>
              <a:buNone/>
              <a:defRPr/>
            </a:lvl8pPr>
            <a:lvl9pPr marL="0" lvl="8" indent="0" algn="r">
              <a:spcBef>
                <a:spcPts val="0"/>
              </a:spcBef>
              <a:spcAft>
                <a:spcPts val="0"/>
              </a:spcAft>
              <a:buClr>
                <a:schemeClr val="dk1"/>
              </a:buClr>
              <a:buSzPts val="1000"/>
              <a:buFont typeface="Corbel"/>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101"/>
        <p:cNvGrpSpPr/>
        <p:nvPr/>
      </p:nvGrpSpPr>
      <p:grpSpPr>
        <a:xfrm>
          <a:off x="0" y="0"/>
          <a:ext cx="0" cy="0"/>
          <a:chOff x="0" y="0"/>
          <a:chExt cx="0" cy="0"/>
        </a:xfrm>
      </p:grpSpPr>
      <p:sp>
        <p:nvSpPr>
          <p:cNvPr id="102" name="Google Shape;102;p13"/>
          <p:cNvSpPr txBox="1"/>
          <p:nvPr/>
        </p:nvSpPr>
        <p:spPr>
          <a:xfrm>
            <a:off x="969421" y="863023"/>
            <a:ext cx="457319"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8000"/>
              <a:buFont typeface="Corbel"/>
              <a:buNone/>
            </a:pPr>
            <a:r>
              <a:rPr lang="en-US" sz="8000" b="0" i="0" u="none" strike="noStrike" cap="none">
                <a:solidFill>
                  <a:schemeClr val="dk1"/>
                </a:solidFill>
                <a:latin typeface="Corbel"/>
                <a:ea typeface="Corbel"/>
                <a:cs typeface="Corbel"/>
                <a:sym typeface="Corbel"/>
              </a:rPr>
              <a:t>“</a:t>
            </a:r>
            <a:endParaRPr/>
          </a:p>
        </p:txBody>
      </p:sp>
      <p:sp>
        <p:nvSpPr>
          <p:cNvPr id="103" name="Google Shape;103;p13"/>
          <p:cNvSpPr txBox="1"/>
          <p:nvPr/>
        </p:nvSpPr>
        <p:spPr>
          <a:xfrm>
            <a:off x="8172197" y="2819399"/>
            <a:ext cx="457319"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dk1"/>
              </a:buClr>
              <a:buSzPts val="8000"/>
              <a:buFont typeface="Corbel"/>
              <a:buNone/>
            </a:pPr>
            <a:r>
              <a:rPr lang="en-US" sz="8000" b="0" i="0" u="none" strike="noStrike" cap="none">
                <a:solidFill>
                  <a:schemeClr val="dk1"/>
                </a:solidFill>
                <a:latin typeface="Corbel"/>
                <a:ea typeface="Corbel"/>
                <a:cs typeface="Corbel"/>
                <a:sym typeface="Corbel"/>
              </a:rPr>
              <a:t>”</a:t>
            </a:r>
            <a:endParaRPr/>
          </a:p>
        </p:txBody>
      </p:sp>
      <p:sp>
        <p:nvSpPr>
          <p:cNvPr id="104" name="Google Shape;104;p13"/>
          <p:cNvSpPr txBox="1">
            <a:spLocks noGrp="1"/>
          </p:cNvSpPr>
          <p:nvPr>
            <p:ph type="title"/>
          </p:nvPr>
        </p:nvSpPr>
        <p:spPr>
          <a:xfrm>
            <a:off x="1426741" y="685801"/>
            <a:ext cx="6974115" cy="274319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200"/>
              <a:buFont typeface="Corbel"/>
              <a:buNone/>
              <a:defRPr sz="3200" b="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13"/>
          <p:cNvSpPr txBox="1">
            <a:spLocks noGrp="1"/>
          </p:cNvSpPr>
          <p:nvPr>
            <p:ph type="body" idx="1"/>
          </p:nvPr>
        </p:nvSpPr>
        <p:spPr>
          <a:xfrm>
            <a:off x="1598235" y="3428999"/>
            <a:ext cx="6631128" cy="381000"/>
          </a:xfrm>
          <a:prstGeom prst="rect">
            <a:avLst/>
          </a:prstGeom>
          <a:noFill/>
          <a:ln>
            <a:noFill/>
          </a:ln>
        </p:spPr>
        <p:txBody>
          <a:bodyPr spcFirstLastPara="1" wrap="square" lIns="91425" tIns="45700" rIns="91425" bIns="45700" anchor="ctr" anchorCtr="0">
            <a:normAutofit/>
          </a:bodyPr>
          <a:lstStyle>
            <a:lvl1pPr marL="457200" lvl="0" indent="-228600" algn="l">
              <a:spcBef>
                <a:spcPts val="360"/>
              </a:spcBef>
              <a:spcAft>
                <a:spcPts val="0"/>
              </a:spcAft>
              <a:buSzPts val="2610"/>
              <a:buFont typeface="Corbel"/>
              <a:buNone/>
              <a:defRPr sz="1800"/>
            </a:lvl1pPr>
            <a:lvl2pPr marL="914400" lvl="1" indent="-228600" algn="l">
              <a:spcBef>
                <a:spcPts val="600"/>
              </a:spcBef>
              <a:spcAft>
                <a:spcPts val="0"/>
              </a:spcAft>
              <a:buSzPts val="2900"/>
              <a:buFont typeface="Corbel"/>
              <a:buNone/>
              <a:defRPr/>
            </a:lvl2pPr>
            <a:lvl3pPr marL="1371600" lvl="2" indent="-228600" algn="l">
              <a:spcBef>
                <a:spcPts val="600"/>
              </a:spcBef>
              <a:spcAft>
                <a:spcPts val="0"/>
              </a:spcAft>
              <a:buSzPts val="2610"/>
              <a:buFont typeface="Corbel"/>
              <a:buNone/>
              <a:defRPr/>
            </a:lvl3pPr>
            <a:lvl4pPr marL="1828800" lvl="3" indent="-228600" algn="l">
              <a:spcBef>
                <a:spcPts val="600"/>
              </a:spcBef>
              <a:spcAft>
                <a:spcPts val="0"/>
              </a:spcAft>
              <a:buSzPts val="2320"/>
              <a:buFont typeface="Corbel"/>
              <a:buNone/>
              <a:defRPr/>
            </a:lvl4pPr>
            <a:lvl5pPr marL="2286000" lvl="4" indent="-228600" algn="l">
              <a:spcBef>
                <a:spcPts val="600"/>
              </a:spcBef>
              <a:spcAft>
                <a:spcPts val="0"/>
              </a:spcAft>
              <a:buSzPts val="2030"/>
              <a:buFont typeface="Corbel"/>
              <a:buNone/>
              <a:defRPr/>
            </a:lvl5pPr>
            <a:lvl6pPr marL="2743200" lvl="5" indent="-394335" algn="l">
              <a:spcBef>
                <a:spcPts val="600"/>
              </a:spcBef>
              <a:spcAft>
                <a:spcPts val="0"/>
              </a:spcAft>
              <a:buSzPts val="2610"/>
              <a:buChar char="•"/>
              <a:defRPr/>
            </a:lvl6pPr>
            <a:lvl7pPr marL="3200400" lvl="6" indent="-394335" algn="l">
              <a:spcBef>
                <a:spcPts val="600"/>
              </a:spcBef>
              <a:spcAft>
                <a:spcPts val="0"/>
              </a:spcAft>
              <a:buSzPts val="2610"/>
              <a:buChar char="•"/>
              <a:defRPr/>
            </a:lvl7pPr>
            <a:lvl8pPr marL="3657600" lvl="7" indent="-394334" algn="l">
              <a:spcBef>
                <a:spcPts val="600"/>
              </a:spcBef>
              <a:spcAft>
                <a:spcPts val="0"/>
              </a:spcAft>
              <a:buSzPts val="2610"/>
              <a:buChar char="•"/>
              <a:defRPr/>
            </a:lvl8pPr>
            <a:lvl9pPr marL="4114800" lvl="8" indent="-394334" algn="l">
              <a:spcBef>
                <a:spcPts val="600"/>
              </a:spcBef>
              <a:spcAft>
                <a:spcPts val="600"/>
              </a:spcAft>
              <a:buSzPts val="2610"/>
              <a:buChar char="•"/>
              <a:defRPr/>
            </a:lvl9pPr>
          </a:lstStyle>
          <a:p>
            <a:endParaRPr/>
          </a:p>
        </p:txBody>
      </p:sp>
      <p:sp>
        <p:nvSpPr>
          <p:cNvPr id="106" name="Google Shape;106;p13"/>
          <p:cNvSpPr txBox="1">
            <a:spLocks noGrp="1"/>
          </p:cNvSpPr>
          <p:nvPr>
            <p:ph type="body" idx="2"/>
          </p:nvPr>
        </p:nvSpPr>
        <p:spPr>
          <a:xfrm>
            <a:off x="1113523" y="4343400"/>
            <a:ext cx="7515991" cy="1447800"/>
          </a:xfrm>
          <a:prstGeom prst="rect">
            <a:avLst/>
          </a:prstGeom>
          <a:noFill/>
          <a:ln>
            <a:noFill/>
          </a:ln>
        </p:spPr>
        <p:txBody>
          <a:bodyPr spcFirstLastPara="1" wrap="square" lIns="91425" tIns="45700" rIns="91425" bIns="45700" anchor="ctr" anchorCtr="0">
            <a:normAutofit/>
          </a:bodyPr>
          <a:lstStyle>
            <a:lvl1pPr marL="457200" lvl="0" indent="-228600" algn="ctr">
              <a:spcBef>
                <a:spcPts val="400"/>
              </a:spcBef>
              <a:spcAft>
                <a:spcPts val="0"/>
              </a:spcAft>
              <a:buSzPts val="2900"/>
              <a:buNone/>
              <a:defRPr sz="2000">
                <a:solidFill>
                  <a:schemeClr val="dk1"/>
                </a:solidFill>
              </a:defRPr>
            </a:lvl1pPr>
            <a:lvl2pPr marL="914400" lvl="1" indent="-228600" algn="l">
              <a:spcBef>
                <a:spcPts val="600"/>
              </a:spcBef>
              <a:spcAft>
                <a:spcPts val="0"/>
              </a:spcAft>
              <a:buSzPts val="2610"/>
              <a:buNone/>
              <a:defRPr sz="1800">
                <a:solidFill>
                  <a:srgbClr val="888888"/>
                </a:solidFill>
              </a:defRPr>
            </a:lvl2pPr>
            <a:lvl3pPr marL="1371600" lvl="2" indent="-228600" algn="l">
              <a:spcBef>
                <a:spcPts val="600"/>
              </a:spcBef>
              <a:spcAft>
                <a:spcPts val="0"/>
              </a:spcAft>
              <a:buSzPts val="2320"/>
              <a:buNone/>
              <a:defRPr sz="1600">
                <a:solidFill>
                  <a:srgbClr val="888888"/>
                </a:solidFill>
              </a:defRPr>
            </a:lvl3pPr>
            <a:lvl4pPr marL="1828800" lvl="3" indent="-228600" algn="l">
              <a:spcBef>
                <a:spcPts val="600"/>
              </a:spcBef>
              <a:spcAft>
                <a:spcPts val="0"/>
              </a:spcAft>
              <a:buSzPts val="2030"/>
              <a:buNone/>
              <a:defRPr sz="1400">
                <a:solidFill>
                  <a:srgbClr val="888888"/>
                </a:solidFill>
              </a:defRPr>
            </a:lvl4pPr>
            <a:lvl5pPr marL="2286000" lvl="4" indent="-228600" algn="l">
              <a:spcBef>
                <a:spcPts val="600"/>
              </a:spcBef>
              <a:spcAft>
                <a:spcPts val="0"/>
              </a:spcAft>
              <a:buSzPts val="2030"/>
              <a:buNone/>
              <a:defRPr sz="1400">
                <a:solidFill>
                  <a:srgbClr val="888888"/>
                </a:solidFill>
              </a:defRPr>
            </a:lvl5pPr>
            <a:lvl6pPr marL="2743200" lvl="5" indent="-228600" algn="l">
              <a:spcBef>
                <a:spcPts val="600"/>
              </a:spcBef>
              <a:spcAft>
                <a:spcPts val="0"/>
              </a:spcAft>
              <a:buSzPts val="2030"/>
              <a:buNone/>
              <a:defRPr sz="1400">
                <a:solidFill>
                  <a:srgbClr val="888888"/>
                </a:solidFill>
              </a:defRPr>
            </a:lvl6pPr>
            <a:lvl7pPr marL="3200400" lvl="6" indent="-228600" algn="l">
              <a:spcBef>
                <a:spcPts val="600"/>
              </a:spcBef>
              <a:spcAft>
                <a:spcPts val="0"/>
              </a:spcAft>
              <a:buSzPts val="2030"/>
              <a:buNone/>
              <a:defRPr sz="1400">
                <a:solidFill>
                  <a:srgbClr val="888888"/>
                </a:solidFill>
              </a:defRPr>
            </a:lvl7pPr>
            <a:lvl8pPr marL="3657600" lvl="7" indent="-228600" algn="l">
              <a:spcBef>
                <a:spcPts val="600"/>
              </a:spcBef>
              <a:spcAft>
                <a:spcPts val="0"/>
              </a:spcAft>
              <a:buSzPts val="2030"/>
              <a:buNone/>
              <a:defRPr sz="1400">
                <a:solidFill>
                  <a:srgbClr val="888888"/>
                </a:solidFill>
              </a:defRPr>
            </a:lvl8pPr>
            <a:lvl9pPr marL="4114800" lvl="8" indent="-228600" algn="l">
              <a:spcBef>
                <a:spcPts val="600"/>
              </a:spcBef>
              <a:spcAft>
                <a:spcPts val="600"/>
              </a:spcAft>
              <a:buSzPts val="2030"/>
              <a:buNone/>
              <a:defRPr sz="1400">
                <a:solidFill>
                  <a:srgbClr val="888888"/>
                </a:solidFill>
              </a:defRPr>
            </a:lvl9pPr>
          </a:lstStyle>
          <a:p>
            <a:endParaRPr/>
          </a:p>
        </p:txBody>
      </p:sp>
      <p:sp>
        <p:nvSpPr>
          <p:cNvPr id="107" name="Google Shape;107;p13"/>
          <p:cNvSpPr txBox="1">
            <a:spLocks noGrp="1"/>
          </p:cNvSpPr>
          <p:nvPr>
            <p:ph type="dt" idx="10"/>
          </p:nvPr>
        </p:nvSpPr>
        <p:spPr>
          <a:xfrm>
            <a:off x="7358679" y="6116070"/>
            <a:ext cx="857473"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13"/>
          <p:cNvSpPr txBox="1">
            <a:spLocks noGrp="1"/>
          </p:cNvSpPr>
          <p:nvPr>
            <p:ph type="ftr" idx="11"/>
          </p:nvPr>
        </p:nvSpPr>
        <p:spPr>
          <a:xfrm>
            <a:off x="1986997" y="6116070"/>
            <a:ext cx="531451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13"/>
          <p:cNvSpPr txBox="1">
            <a:spLocks noGrp="1"/>
          </p:cNvSpPr>
          <p:nvPr>
            <p:ph type="sldNum" idx="12"/>
          </p:nvPr>
        </p:nvSpPr>
        <p:spPr>
          <a:xfrm>
            <a:off x="8273317" y="6116070"/>
            <a:ext cx="41348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1"/>
              </a:buClr>
              <a:buSzPts val="1000"/>
              <a:buFont typeface="Corbel"/>
              <a:buNone/>
              <a:defRPr/>
            </a:lvl1pPr>
            <a:lvl2pPr marL="0" lvl="1" indent="0" algn="r">
              <a:spcBef>
                <a:spcPts val="0"/>
              </a:spcBef>
              <a:spcAft>
                <a:spcPts val="0"/>
              </a:spcAft>
              <a:buClr>
                <a:schemeClr val="dk1"/>
              </a:buClr>
              <a:buSzPts val="1000"/>
              <a:buFont typeface="Corbel"/>
              <a:buNone/>
              <a:defRPr/>
            </a:lvl2pPr>
            <a:lvl3pPr marL="0" lvl="2" indent="0" algn="r">
              <a:spcBef>
                <a:spcPts val="0"/>
              </a:spcBef>
              <a:spcAft>
                <a:spcPts val="0"/>
              </a:spcAft>
              <a:buClr>
                <a:schemeClr val="dk1"/>
              </a:buClr>
              <a:buSzPts val="1000"/>
              <a:buFont typeface="Corbel"/>
              <a:buNone/>
              <a:defRPr/>
            </a:lvl3pPr>
            <a:lvl4pPr marL="0" lvl="3" indent="0" algn="r">
              <a:spcBef>
                <a:spcPts val="0"/>
              </a:spcBef>
              <a:spcAft>
                <a:spcPts val="0"/>
              </a:spcAft>
              <a:buClr>
                <a:schemeClr val="dk1"/>
              </a:buClr>
              <a:buSzPts val="1000"/>
              <a:buFont typeface="Corbel"/>
              <a:buNone/>
              <a:defRPr/>
            </a:lvl4pPr>
            <a:lvl5pPr marL="0" lvl="4" indent="0" algn="r">
              <a:spcBef>
                <a:spcPts val="0"/>
              </a:spcBef>
              <a:spcAft>
                <a:spcPts val="0"/>
              </a:spcAft>
              <a:buClr>
                <a:schemeClr val="dk1"/>
              </a:buClr>
              <a:buSzPts val="1000"/>
              <a:buFont typeface="Corbel"/>
              <a:buNone/>
              <a:defRPr/>
            </a:lvl5pPr>
            <a:lvl6pPr marL="0" lvl="5" indent="0" algn="r">
              <a:spcBef>
                <a:spcPts val="0"/>
              </a:spcBef>
              <a:spcAft>
                <a:spcPts val="0"/>
              </a:spcAft>
              <a:buClr>
                <a:schemeClr val="dk1"/>
              </a:buClr>
              <a:buSzPts val="1000"/>
              <a:buFont typeface="Corbel"/>
              <a:buNone/>
              <a:defRPr/>
            </a:lvl6pPr>
            <a:lvl7pPr marL="0" lvl="6" indent="0" algn="r">
              <a:spcBef>
                <a:spcPts val="0"/>
              </a:spcBef>
              <a:spcAft>
                <a:spcPts val="0"/>
              </a:spcAft>
              <a:buClr>
                <a:schemeClr val="dk1"/>
              </a:buClr>
              <a:buSzPts val="1000"/>
              <a:buFont typeface="Corbel"/>
              <a:buNone/>
              <a:defRPr/>
            </a:lvl7pPr>
            <a:lvl8pPr marL="0" lvl="7" indent="0" algn="r">
              <a:spcBef>
                <a:spcPts val="0"/>
              </a:spcBef>
              <a:spcAft>
                <a:spcPts val="0"/>
              </a:spcAft>
              <a:buClr>
                <a:schemeClr val="dk1"/>
              </a:buClr>
              <a:buSzPts val="1000"/>
              <a:buFont typeface="Corbel"/>
              <a:buNone/>
              <a:defRPr/>
            </a:lvl8pPr>
            <a:lvl9pPr marL="0" lvl="8" indent="0" algn="r">
              <a:spcBef>
                <a:spcPts val="0"/>
              </a:spcBef>
              <a:spcAft>
                <a:spcPts val="0"/>
              </a:spcAft>
              <a:buClr>
                <a:schemeClr val="dk1"/>
              </a:buClr>
              <a:buSzPts val="1000"/>
              <a:buFont typeface="Corbel"/>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10"/>
        <p:cNvGrpSpPr/>
        <p:nvPr/>
      </p:nvGrpSpPr>
      <p:grpSpPr>
        <a:xfrm>
          <a:off x="0" y="0"/>
          <a:ext cx="0" cy="0"/>
          <a:chOff x="0" y="0"/>
          <a:chExt cx="0" cy="0"/>
        </a:xfrm>
      </p:grpSpPr>
      <p:sp>
        <p:nvSpPr>
          <p:cNvPr id="111" name="Google Shape;111;p14"/>
          <p:cNvSpPr txBox="1">
            <a:spLocks noGrp="1"/>
          </p:cNvSpPr>
          <p:nvPr>
            <p:ph type="title"/>
          </p:nvPr>
        </p:nvSpPr>
        <p:spPr>
          <a:xfrm>
            <a:off x="1113525" y="3308581"/>
            <a:ext cx="7515989" cy="1468800"/>
          </a:xfrm>
          <a:prstGeom prst="rect">
            <a:avLst/>
          </a:prstGeom>
          <a:noFill/>
          <a:ln>
            <a:noFill/>
          </a:ln>
        </p:spPr>
        <p:txBody>
          <a:bodyPr spcFirstLastPara="1" wrap="square" lIns="91425" tIns="45700" rIns="91425" bIns="45700" anchor="b" anchorCtr="0">
            <a:normAutofit/>
          </a:bodyPr>
          <a:lstStyle>
            <a:lvl1pPr lvl="0" algn="r">
              <a:spcBef>
                <a:spcPts val="0"/>
              </a:spcBef>
              <a:spcAft>
                <a:spcPts val="0"/>
              </a:spcAft>
              <a:buClr>
                <a:schemeClr val="dk1"/>
              </a:buClr>
              <a:buSzPts val="3200"/>
              <a:buFont typeface="Corbel"/>
              <a:buNone/>
              <a:defRPr sz="32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14"/>
          <p:cNvSpPr txBox="1">
            <a:spLocks noGrp="1"/>
          </p:cNvSpPr>
          <p:nvPr>
            <p:ph type="body" idx="1"/>
          </p:nvPr>
        </p:nvSpPr>
        <p:spPr>
          <a:xfrm>
            <a:off x="1113524" y="4777381"/>
            <a:ext cx="7515990" cy="860400"/>
          </a:xfrm>
          <a:prstGeom prst="rect">
            <a:avLst/>
          </a:prstGeom>
          <a:noFill/>
          <a:ln>
            <a:noFill/>
          </a:ln>
        </p:spPr>
        <p:txBody>
          <a:bodyPr spcFirstLastPara="1" wrap="square" lIns="91425" tIns="45700" rIns="91425" bIns="45700" anchor="t" anchorCtr="0">
            <a:normAutofit/>
          </a:bodyPr>
          <a:lstStyle>
            <a:lvl1pPr marL="457200" lvl="0" indent="-228600" algn="r">
              <a:spcBef>
                <a:spcPts val="400"/>
              </a:spcBef>
              <a:spcAft>
                <a:spcPts val="0"/>
              </a:spcAft>
              <a:buSzPts val="2900"/>
              <a:buNone/>
              <a:defRPr sz="2000">
                <a:solidFill>
                  <a:schemeClr val="dk1"/>
                </a:solidFill>
              </a:defRPr>
            </a:lvl1pPr>
            <a:lvl2pPr marL="914400" lvl="1" indent="-228600" algn="l">
              <a:spcBef>
                <a:spcPts val="600"/>
              </a:spcBef>
              <a:spcAft>
                <a:spcPts val="0"/>
              </a:spcAft>
              <a:buSzPts val="2610"/>
              <a:buNone/>
              <a:defRPr sz="1800">
                <a:solidFill>
                  <a:srgbClr val="888888"/>
                </a:solidFill>
              </a:defRPr>
            </a:lvl2pPr>
            <a:lvl3pPr marL="1371600" lvl="2" indent="-228600" algn="l">
              <a:spcBef>
                <a:spcPts val="600"/>
              </a:spcBef>
              <a:spcAft>
                <a:spcPts val="0"/>
              </a:spcAft>
              <a:buSzPts val="2320"/>
              <a:buNone/>
              <a:defRPr sz="1600">
                <a:solidFill>
                  <a:srgbClr val="888888"/>
                </a:solidFill>
              </a:defRPr>
            </a:lvl3pPr>
            <a:lvl4pPr marL="1828800" lvl="3" indent="-228600" algn="l">
              <a:spcBef>
                <a:spcPts val="600"/>
              </a:spcBef>
              <a:spcAft>
                <a:spcPts val="0"/>
              </a:spcAft>
              <a:buSzPts val="2030"/>
              <a:buNone/>
              <a:defRPr sz="1400">
                <a:solidFill>
                  <a:srgbClr val="888888"/>
                </a:solidFill>
              </a:defRPr>
            </a:lvl4pPr>
            <a:lvl5pPr marL="2286000" lvl="4" indent="-228600" algn="l">
              <a:spcBef>
                <a:spcPts val="600"/>
              </a:spcBef>
              <a:spcAft>
                <a:spcPts val="0"/>
              </a:spcAft>
              <a:buSzPts val="2030"/>
              <a:buNone/>
              <a:defRPr sz="1400">
                <a:solidFill>
                  <a:srgbClr val="888888"/>
                </a:solidFill>
              </a:defRPr>
            </a:lvl5pPr>
            <a:lvl6pPr marL="2743200" lvl="5" indent="-228600" algn="l">
              <a:spcBef>
                <a:spcPts val="600"/>
              </a:spcBef>
              <a:spcAft>
                <a:spcPts val="0"/>
              </a:spcAft>
              <a:buSzPts val="2030"/>
              <a:buNone/>
              <a:defRPr sz="1400">
                <a:solidFill>
                  <a:srgbClr val="888888"/>
                </a:solidFill>
              </a:defRPr>
            </a:lvl6pPr>
            <a:lvl7pPr marL="3200400" lvl="6" indent="-228600" algn="l">
              <a:spcBef>
                <a:spcPts val="600"/>
              </a:spcBef>
              <a:spcAft>
                <a:spcPts val="0"/>
              </a:spcAft>
              <a:buSzPts val="2030"/>
              <a:buNone/>
              <a:defRPr sz="1400">
                <a:solidFill>
                  <a:srgbClr val="888888"/>
                </a:solidFill>
              </a:defRPr>
            </a:lvl7pPr>
            <a:lvl8pPr marL="3657600" lvl="7" indent="-228600" algn="l">
              <a:spcBef>
                <a:spcPts val="600"/>
              </a:spcBef>
              <a:spcAft>
                <a:spcPts val="0"/>
              </a:spcAft>
              <a:buSzPts val="2030"/>
              <a:buNone/>
              <a:defRPr sz="1400">
                <a:solidFill>
                  <a:srgbClr val="888888"/>
                </a:solidFill>
              </a:defRPr>
            </a:lvl8pPr>
            <a:lvl9pPr marL="4114800" lvl="8" indent="-228600" algn="l">
              <a:spcBef>
                <a:spcPts val="600"/>
              </a:spcBef>
              <a:spcAft>
                <a:spcPts val="600"/>
              </a:spcAft>
              <a:buSzPts val="2030"/>
              <a:buNone/>
              <a:defRPr sz="1400">
                <a:solidFill>
                  <a:srgbClr val="888888"/>
                </a:solidFill>
              </a:defRPr>
            </a:lvl9pPr>
          </a:lstStyle>
          <a:p>
            <a:endParaRPr/>
          </a:p>
        </p:txBody>
      </p:sp>
      <p:sp>
        <p:nvSpPr>
          <p:cNvPr id="113" name="Google Shape;113;p14"/>
          <p:cNvSpPr txBox="1">
            <a:spLocks noGrp="1"/>
          </p:cNvSpPr>
          <p:nvPr>
            <p:ph type="dt" idx="10"/>
          </p:nvPr>
        </p:nvSpPr>
        <p:spPr>
          <a:xfrm>
            <a:off x="7358679" y="6116070"/>
            <a:ext cx="857473"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14"/>
          <p:cNvSpPr txBox="1">
            <a:spLocks noGrp="1"/>
          </p:cNvSpPr>
          <p:nvPr>
            <p:ph type="ftr" idx="11"/>
          </p:nvPr>
        </p:nvSpPr>
        <p:spPr>
          <a:xfrm>
            <a:off x="1986997" y="6116070"/>
            <a:ext cx="531451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5" name="Google Shape;115;p14"/>
          <p:cNvSpPr txBox="1">
            <a:spLocks noGrp="1"/>
          </p:cNvSpPr>
          <p:nvPr>
            <p:ph type="sldNum" idx="12"/>
          </p:nvPr>
        </p:nvSpPr>
        <p:spPr>
          <a:xfrm>
            <a:off x="8273317" y="6116070"/>
            <a:ext cx="41348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1"/>
              </a:buClr>
              <a:buSzPts val="1000"/>
              <a:buFont typeface="Corbel"/>
              <a:buNone/>
              <a:defRPr/>
            </a:lvl1pPr>
            <a:lvl2pPr marL="0" lvl="1" indent="0" algn="r">
              <a:spcBef>
                <a:spcPts val="0"/>
              </a:spcBef>
              <a:spcAft>
                <a:spcPts val="0"/>
              </a:spcAft>
              <a:buClr>
                <a:schemeClr val="dk1"/>
              </a:buClr>
              <a:buSzPts val="1000"/>
              <a:buFont typeface="Corbel"/>
              <a:buNone/>
              <a:defRPr/>
            </a:lvl2pPr>
            <a:lvl3pPr marL="0" lvl="2" indent="0" algn="r">
              <a:spcBef>
                <a:spcPts val="0"/>
              </a:spcBef>
              <a:spcAft>
                <a:spcPts val="0"/>
              </a:spcAft>
              <a:buClr>
                <a:schemeClr val="dk1"/>
              </a:buClr>
              <a:buSzPts val="1000"/>
              <a:buFont typeface="Corbel"/>
              <a:buNone/>
              <a:defRPr/>
            </a:lvl3pPr>
            <a:lvl4pPr marL="0" lvl="3" indent="0" algn="r">
              <a:spcBef>
                <a:spcPts val="0"/>
              </a:spcBef>
              <a:spcAft>
                <a:spcPts val="0"/>
              </a:spcAft>
              <a:buClr>
                <a:schemeClr val="dk1"/>
              </a:buClr>
              <a:buSzPts val="1000"/>
              <a:buFont typeface="Corbel"/>
              <a:buNone/>
              <a:defRPr/>
            </a:lvl4pPr>
            <a:lvl5pPr marL="0" lvl="4" indent="0" algn="r">
              <a:spcBef>
                <a:spcPts val="0"/>
              </a:spcBef>
              <a:spcAft>
                <a:spcPts val="0"/>
              </a:spcAft>
              <a:buClr>
                <a:schemeClr val="dk1"/>
              </a:buClr>
              <a:buSzPts val="1000"/>
              <a:buFont typeface="Corbel"/>
              <a:buNone/>
              <a:defRPr/>
            </a:lvl5pPr>
            <a:lvl6pPr marL="0" lvl="5" indent="0" algn="r">
              <a:spcBef>
                <a:spcPts val="0"/>
              </a:spcBef>
              <a:spcAft>
                <a:spcPts val="0"/>
              </a:spcAft>
              <a:buClr>
                <a:schemeClr val="dk1"/>
              </a:buClr>
              <a:buSzPts val="1000"/>
              <a:buFont typeface="Corbel"/>
              <a:buNone/>
              <a:defRPr/>
            </a:lvl6pPr>
            <a:lvl7pPr marL="0" lvl="6" indent="0" algn="r">
              <a:spcBef>
                <a:spcPts val="0"/>
              </a:spcBef>
              <a:spcAft>
                <a:spcPts val="0"/>
              </a:spcAft>
              <a:buClr>
                <a:schemeClr val="dk1"/>
              </a:buClr>
              <a:buSzPts val="1000"/>
              <a:buFont typeface="Corbel"/>
              <a:buNone/>
              <a:defRPr/>
            </a:lvl7pPr>
            <a:lvl8pPr marL="0" lvl="7" indent="0" algn="r">
              <a:spcBef>
                <a:spcPts val="0"/>
              </a:spcBef>
              <a:spcAft>
                <a:spcPts val="0"/>
              </a:spcAft>
              <a:buClr>
                <a:schemeClr val="dk1"/>
              </a:buClr>
              <a:buSzPts val="1000"/>
              <a:buFont typeface="Corbel"/>
              <a:buNone/>
              <a:defRPr/>
            </a:lvl8pPr>
            <a:lvl9pPr marL="0" lvl="8" indent="0" algn="r">
              <a:spcBef>
                <a:spcPts val="0"/>
              </a:spcBef>
              <a:spcAft>
                <a:spcPts val="0"/>
              </a:spcAft>
              <a:buClr>
                <a:schemeClr val="dk1"/>
              </a:buClr>
              <a:buSzPts val="1000"/>
              <a:buFont typeface="Corbel"/>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116"/>
        <p:cNvGrpSpPr/>
        <p:nvPr/>
      </p:nvGrpSpPr>
      <p:grpSpPr>
        <a:xfrm>
          <a:off x="0" y="0"/>
          <a:ext cx="0" cy="0"/>
          <a:chOff x="0" y="0"/>
          <a:chExt cx="0" cy="0"/>
        </a:xfrm>
      </p:grpSpPr>
      <p:sp>
        <p:nvSpPr>
          <p:cNvPr id="117" name="Google Shape;117;p15"/>
          <p:cNvSpPr txBox="1"/>
          <p:nvPr/>
        </p:nvSpPr>
        <p:spPr>
          <a:xfrm>
            <a:off x="969421" y="863023"/>
            <a:ext cx="457319"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8000"/>
              <a:buFont typeface="Corbel"/>
              <a:buNone/>
            </a:pPr>
            <a:r>
              <a:rPr lang="en-US" sz="8000" b="0" i="0" u="none" strike="noStrike" cap="none">
                <a:solidFill>
                  <a:schemeClr val="dk1"/>
                </a:solidFill>
                <a:latin typeface="Corbel"/>
                <a:ea typeface="Corbel"/>
                <a:cs typeface="Corbel"/>
                <a:sym typeface="Corbel"/>
              </a:rPr>
              <a:t>“</a:t>
            </a:r>
            <a:endParaRPr/>
          </a:p>
        </p:txBody>
      </p:sp>
      <p:sp>
        <p:nvSpPr>
          <p:cNvPr id="118" name="Google Shape;118;p15"/>
          <p:cNvSpPr txBox="1"/>
          <p:nvPr/>
        </p:nvSpPr>
        <p:spPr>
          <a:xfrm>
            <a:off x="8172197" y="2819399"/>
            <a:ext cx="457319"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dk1"/>
              </a:buClr>
              <a:buSzPts val="8000"/>
              <a:buFont typeface="Corbel"/>
              <a:buNone/>
            </a:pPr>
            <a:r>
              <a:rPr lang="en-US" sz="8000" b="0" i="0" u="none" strike="noStrike" cap="none">
                <a:solidFill>
                  <a:schemeClr val="dk1"/>
                </a:solidFill>
                <a:latin typeface="Corbel"/>
                <a:ea typeface="Corbel"/>
                <a:cs typeface="Corbel"/>
                <a:sym typeface="Corbel"/>
              </a:rPr>
              <a:t>”</a:t>
            </a:r>
            <a:endParaRPr/>
          </a:p>
        </p:txBody>
      </p:sp>
      <p:sp>
        <p:nvSpPr>
          <p:cNvPr id="119" name="Google Shape;119;p15"/>
          <p:cNvSpPr txBox="1">
            <a:spLocks noGrp="1"/>
          </p:cNvSpPr>
          <p:nvPr>
            <p:ph type="title"/>
          </p:nvPr>
        </p:nvSpPr>
        <p:spPr>
          <a:xfrm>
            <a:off x="1426741" y="685801"/>
            <a:ext cx="6974115" cy="274319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200"/>
              <a:buFont typeface="Corbel"/>
              <a:buNone/>
              <a:defRPr sz="3200" b="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15"/>
          <p:cNvSpPr txBox="1">
            <a:spLocks noGrp="1"/>
          </p:cNvSpPr>
          <p:nvPr>
            <p:ph type="body" idx="1"/>
          </p:nvPr>
        </p:nvSpPr>
        <p:spPr>
          <a:xfrm>
            <a:off x="1113525" y="3886200"/>
            <a:ext cx="7515990" cy="889000"/>
          </a:xfrm>
          <a:prstGeom prst="rect">
            <a:avLst/>
          </a:prstGeom>
          <a:noFill/>
          <a:ln>
            <a:noFill/>
          </a:ln>
        </p:spPr>
        <p:txBody>
          <a:bodyPr spcFirstLastPara="1" wrap="square" lIns="91425" tIns="45700" rIns="91425" bIns="45700" anchor="b" anchorCtr="0">
            <a:normAutofit/>
          </a:bodyPr>
          <a:lstStyle>
            <a:lvl1pPr marL="457200" lvl="0" indent="-228600" algn="r">
              <a:spcBef>
                <a:spcPts val="480"/>
              </a:spcBef>
              <a:spcAft>
                <a:spcPts val="0"/>
              </a:spcAft>
              <a:buSzPts val="3480"/>
              <a:buNone/>
              <a:defRPr sz="2400" b="0" cap="none">
                <a:solidFill>
                  <a:schemeClr val="dk1"/>
                </a:solidFill>
              </a:defRPr>
            </a:lvl1pPr>
            <a:lvl2pPr marL="914400" lvl="1" indent="-394335" algn="l">
              <a:spcBef>
                <a:spcPts val="600"/>
              </a:spcBef>
              <a:spcAft>
                <a:spcPts val="0"/>
              </a:spcAft>
              <a:buSzPts val="2610"/>
              <a:buChar char="•"/>
              <a:defRPr/>
            </a:lvl2pPr>
            <a:lvl3pPr marL="1371600" lvl="2" indent="-394335" algn="l">
              <a:spcBef>
                <a:spcPts val="600"/>
              </a:spcBef>
              <a:spcAft>
                <a:spcPts val="0"/>
              </a:spcAft>
              <a:buSzPts val="2610"/>
              <a:buChar char="•"/>
              <a:defRPr/>
            </a:lvl3pPr>
            <a:lvl4pPr marL="1828800" lvl="3" indent="-394335" algn="l">
              <a:spcBef>
                <a:spcPts val="600"/>
              </a:spcBef>
              <a:spcAft>
                <a:spcPts val="0"/>
              </a:spcAft>
              <a:buSzPts val="2610"/>
              <a:buChar char="•"/>
              <a:defRPr/>
            </a:lvl4pPr>
            <a:lvl5pPr marL="2286000" lvl="4" indent="-394335" algn="l">
              <a:spcBef>
                <a:spcPts val="600"/>
              </a:spcBef>
              <a:spcAft>
                <a:spcPts val="0"/>
              </a:spcAft>
              <a:buSzPts val="2610"/>
              <a:buChar char="•"/>
              <a:defRPr/>
            </a:lvl5pPr>
            <a:lvl6pPr marL="2743200" lvl="5" indent="-394335" algn="l">
              <a:spcBef>
                <a:spcPts val="600"/>
              </a:spcBef>
              <a:spcAft>
                <a:spcPts val="0"/>
              </a:spcAft>
              <a:buSzPts val="2610"/>
              <a:buChar char="•"/>
              <a:defRPr/>
            </a:lvl6pPr>
            <a:lvl7pPr marL="3200400" lvl="6" indent="-394335" algn="l">
              <a:spcBef>
                <a:spcPts val="600"/>
              </a:spcBef>
              <a:spcAft>
                <a:spcPts val="0"/>
              </a:spcAft>
              <a:buSzPts val="2610"/>
              <a:buChar char="•"/>
              <a:defRPr/>
            </a:lvl7pPr>
            <a:lvl8pPr marL="3657600" lvl="7" indent="-394334" algn="l">
              <a:spcBef>
                <a:spcPts val="600"/>
              </a:spcBef>
              <a:spcAft>
                <a:spcPts val="0"/>
              </a:spcAft>
              <a:buSzPts val="2610"/>
              <a:buChar char="•"/>
              <a:defRPr/>
            </a:lvl8pPr>
            <a:lvl9pPr marL="4114800" lvl="8" indent="-394334" algn="l">
              <a:spcBef>
                <a:spcPts val="600"/>
              </a:spcBef>
              <a:spcAft>
                <a:spcPts val="600"/>
              </a:spcAft>
              <a:buSzPts val="2610"/>
              <a:buChar char="•"/>
              <a:defRPr/>
            </a:lvl9pPr>
          </a:lstStyle>
          <a:p>
            <a:endParaRPr/>
          </a:p>
        </p:txBody>
      </p:sp>
      <p:sp>
        <p:nvSpPr>
          <p:cNvPr id="121" name="Google Shape;121;p15"/>
          <p:cNvSpPr txBox="1">
            <a:spLocks noGrp="1"/>
          </p:cNvSpPr>
          <p:nvPr>
            <p:ph type="body" idx="2"/>
          </p:nvPr>
        </p:nvSpPr>
        <p:spPr>
          <a:xfrm>
            <a:off x="1113524" y="4775200"/>
            <a:ext cx="7515990" cy="1016000"/>
          </a:xfrm>
          <a:prstGeom prst="rect">
            <a:avLst/>
          </a:prstGeom>
          <a:noFill/>
          <a:ln>
            <a:noFill/>
          </a:ln>
        </p:spPr>
        <p:txBody>
          <a:bodyPr spcFirstLastPara="1" wrap="square" lIns="91425" tIns="45700" rIns="91425" bIns="45700" anchor="t" anchorCtr="0">
            <a:normAutofit/>
          </a:bodyPr>
          <a:lstStyle>
            <a:lvl1pPr marL="457200" lvl="0" indent="-228600" algn="r">
              <a:spcBef>
                <a:spcPts val="360"/>
              </a:spcBef>
              <a:spcAft>
                <a:spcPts val="0"/>
              </a:spcAft>
              <a:buSzPts val="2610"/>
              <a:buNone/>
              <a:defRPr sz="1800">
                <a:solidFill>
                  <a:schemeClr val="dk1"/>
                </a:solidFill>
              </a:defRPr>
            </a:lvl1pPr>
            <a:lvl2pPr marL="914400" lvl="1" indent="-228600" algn="l">
              <a:spcBef>
                <a:spcPts val="600"/>
              </a:spcBef>
              <a:spcAft>
                <a:spcPts val="0"/>
              </a:spcAft>
              <a:buSzPts val="2610"/>
              <a:buNone/>
              <a:defRPr sz="1800">
                <a:solidFill>
                  <a:srgbClr val="888888"/>
                </a:solidFill>
              </a:defRPr>
            </a:lvl2pPr>
            <a:lvl3pPr marL="1371600" lvl="2" indent="-228600" algn="l">
              <a:spcBef>
                <a:spcPts val="600"/>
              </a:spcBef>
              <a:spcAft>
                <a:spcPts val="0"/>
              </a:spcAft>
              <a:buSzPts val="2320"/>
              <a:buNone/>
              <a:defRPr sz="1600">
                <a:solidFill>
                  <a:srgbClr val="888888"/>
                </a:solidFill>
              </a:defRPr>
            </a:lvl3pPr>
            <a:lvl4pPr marL="1828800" lvl="3" indent="-228600" algn="l">
              <a:spcBef>
                <a:spcPts val="600"/>
              </a:spcBef>
              <a:spcAft>
                <a:spcPts val="0"/>
              </a:spcAft>
              <a:buSzPts val="2030"/>
              <a:buNone/>
              <a:defRPr sz="1400">
                <a:solidFill>
                  <a:srgbClr val="888888"/>
                </a:solidFill>
              </a:defRPr>
            </a:lvl4pPr>
            <a:lvl5pPr marL="2286000" lvl="4" indent="-228600" algn="l">
              <a:spcBef>
                <a:spcPts val="600"/>
              </a:spcBef>
              <a:spcAft>
                <a:spcPts val="0"/>
              </a:spcAft>
              <a:buSzPts val="2030"/>
              <a:buNone/>
              <a:defRPr sz="1400">
                <a:solidFill>
                  <a:srgbClr val="888888"/>
                </a:solidFill>
              </a:defRPr>
            </a:lvl5pPr>
            <a:lvl6pPr marL="2743200" lvl="5" indent="-228600" algn="l">
              <a:spcBef>
                <a:spcPts val="600"/>
              </a:spcBef>
              <a:spcAft>
                <a:spcPts val="0"/>
              </a:spcAft>
              <a:buSzPts val="2030"/>
              <a:buNone/>
              <a:defRPr sz="1400">
                <a:solidFill>
                  <a:srgbClr val="888888"/>
                </a:solidFill>
              </a:defRPr>
            </a:lvl6pPr>
            <a:lvl7pPr marL="3200400" lvl="6" indent="-228600" algn="l">
              <a:spcBef>
                <a:spcPts val="600"/>
              </a:spcBef>
              <a:spcAft>
                <a:spcPts val="0"/>
              </a:spcAft>
              <a:buSzPts val="2030"/>
              <a:buNone/>
              <a:defRPr sz="1400">
                <a:solidFill>
                  <a:srgbClr val="888888"/>
                </a:solidFill>
              </a:defRPr>
            </a:lvl7pPr>
            <a:lvl8pPr marL="3657600" lvl="7" indent="-228600" algn="l">
              <a:spcBef>
                <a:spcPts val="600"/>
              </a:spcBef>
              <a:spcAft>
                <a:spcPts val="0"/>
              </a:spcAft>
              <a:buSzPts val="2030"/>
              <a:buNone/>
              <a:defRPr sz="1400">
                <a:solidFill>
                  <a:srgbClr val="888888"/>
                </a:solidFill>
              </a:defRPr>
            </a:lvl8pPr>
            <a:lvl9pPr marL="4114800" lvl="8" indent="-228600" algn="l">
              <a:spcBef>
                <a:spcPts val="600"/>
              </a:spcBef>
              <a:spcAft>
                <a:spcPts val="600"/>
              </a:spcAft>
              <a:buSzPts val="2030"/>
              <a:buNone/>
              <a:defRPr sz="1400">
                <a:solidFill>
                  <a:srgbClr val="888888"/>
                </a:solidFill>
              </a:defRPr>
            </a:lvl9pPr>
          </a:lstStyle>
          <a:p>
            <a:endParaRPr/>
          </a:p>
        </p:txBody>
      </p:sp>
      <p:sp>
        <p:nvSpPr>
          <p:cNvPr id="122" name="Google Shape;122;p15"/>
          <p:cNvSpPr txBox="1">
            <a:spLocks noGrp="1"/>
          </p:cNvSpPr>
          <p:nvPr>
            <p:ph type="dt" idx="10"/>
          </p:nvPr>
        </p:nvSpPr>
        <p:spPr>
          <a:xfrm>
            <a:off x="7358679" y="6116070"/>
            <a:ext cx="857473"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15"/>
          <p:cNvSpPr txBox="1">
            <a:spLocks noGrp="1"/>
          </p:cNvSpPr>
          <p:nvPr>
            <p:ph type="ftr" idx="11"/>
          </p:nvPr>
        </p:nvSpPr>
        <p:spPr>
          <a:xfrm>
            <a:off x="1986997" y="6116070"/>
            <a:ext cx="531451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4" name="Google Shape;124;p15"/>
          <p:cNvSpPr txBox="1">
            <a:spLocks noGrp="1"/>
          </p:cNvSpPr>
          <p:nvPr>
            <p:ph type="sldNum" idx="12"/>
          </p:nvPr>
        </p:nvSpPr>
        <p:spPr>
          <a:xfrm>
            <a:off x="8273317" y="6116070"/>
            <a:ext cx="41348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1"/>
              </a:buClr>
              <a:buSzPts val="1000"/>
              <a:buFont typeface="Corbel"/>
              <a:buNone/>
              <a:defRPr/>
            </a:lvl1pPr>
            <a:lvl2pPr marL="0" lvl="1" indent="0" algn="r">
              <a:spcBef>
                <a:spcPts val="0"/>
              </a:spcBef>
              <a:spcAft>
                <a:spcPts val="0"/>
              </a:spcAft>
              <a:buClr>
                <a:schemeClr val="dk1"/>
              </a:buClr>
              <a:buSzPts val="1000"/>
              <a:buFont typeface="Corbel"/>
              <a:buNone/>
              <a:defRPr/>
            </a:lvl2pPr>
            <a:lvl3pPr marL="0" lvl="2" indent="0" algn="r">
              <a:spcBef>
                <a:spcPts val="0"/>
              </a:spcBef>
              <a:spcAft>
                <a:spcPts val="0"/>
              </a:spcAft>
              <a:buClr>
                <a:schemeClr val="dk1"/>
              </a:buClr>
              <a:buSzPts val="1000"/>
              <a:buFont typeface="Corbel"/>
              <a:buNone/>
              <a:defRPr/>
            </a:lvl3pPr>
            <a:lvl4pPr marL="0" lvl="3" indent="0" algn="r">
              <a:spcBef>
                <a:spcPts val="0"/>
              </a:spcBef>
              <a:spcAft>
                <a:spcPts val="0"/>
              </a:spcAft>
              <a:buClr>
                <a:schemeClr val="dk1"/>
              </a:buClr>
              <a:buSzPts val="1000"/>
              <a:buFont typeface="Corbel"/>
              <a:buNone/>
              <a:defRPr/>
            </a:lvl4pPr>
            <a:lvl5pPr marL="0" lvl="4" indent="0" algn="r">
              <a:spcBef>
                <a:spcPts val="0"/>
              </a:spcBef>
              <a:spcAft>
                <a:spcPts val="0"/>
              </a:spcAft>
              <a:buClr>
                <a:schemeClr val="dk1"/>
              </a:buClr>
              <a:buSzPts val="1000"/>
              <a:buFont typeface="Corbel"/>
              <a:buNone/>
              <a:defRPr/>
            </a:lvl5pPr>
            <a:lvl6pPr marL="0" lvl="5" indent="0" algn="r">
              <a:spcBef>
                <a:spcPts val="0"/>
              </a:spcBef>
              <a:spcAft>
                <a:spcPts val="0"/>
              </a:spcAft>
              <a:buClr>
                <a:schemeClr val="dk1"/>
              </a:buClr>
              <a:buSzPts val="1000"/>
              <a:buFont typeface="Corbel"/>
              <a:buNone/>
              <a:defRPr/>
            </a:lvl6pPr>
            <a:lvl7pPr marL="0" lvl="6" indent="0" algn="r">
              <a:spcBef>
                <a:spcPts val="0"/>
              </a:spcBef>
              <a:spcAft>
                <a:spcPts val="0"/>
              </a:spcAft>
              <a:buClr>
                <a:schemeClr val="dk1"/>
              </a:buClr>
              <a:buSzPts val="1000"/>
              <a:buFont typeface="Corbel"/>
              <a:buNone/>
              <a:defRPr/>
            </a:lvl7pPr>
            <a:lvl8pPr marL="0" lvl="7" indent="0" algn="r">
              <a:spcBef>
                <a:spcPts val="0"/>
              </a:spcBef>
              <a:spcAft>
                <a:spcPts val="0"/>
              </a:spcAft>
              <a:buClr>
                <a:schemeClr val="dk1"/>
              </a:buClr>
              <a:buSzPts val="1000"/>
              <a:buFont typeface="Corbel"/>
              <a:buNone/>
              <a:defRPr/>
            </a:lvl8pPr>
            <a:lvl9pPr marL="0" lvl="8" indent="0" algn="r">
              <a:spcBef>
                <a:spcPts val="0"/>
              </a:spcBef>
              <a:spcAft>
                <a:spcPts val="0"/>
              </a:spcAft>
              <a:buClr>
                <a:schemeClr val="dk1"/>
              </a:buClr>
              <a:buSzPts val="1000"/>
              <a:buFont typeface="Corbel"/>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125"/>
        <p:cNvGrpSpPr/>
        <p:nvPr/>
      </p:nvGrpSpPr>
      <p:grpSpPr>
        <a:xfrm>
          <a:off x="0" y="0"/>
          <a:ext cx="0" cy="0"/>
          <a:chOff x="0" y="0"/>
          <a:chExt cx="0" cy="0"/>
        </a:xfrm>
      </p:grpSpPr>
      <p:sp>
        <p:nvSpPr>
          <p:cNvPr id="126" name="Google Shape;126;p16"/>
          <p:cNvSpPr txBox="1">
            <a:spLocks noGrp="1"/>
          </p:cNvSpPr>
          <p:nvPr>
            <p:ph type="title"/>
          </p:nvPr>
        </p:nvSpPr>
        <p:spPr>
          <a:xfrm>
            <a:off x="1113525" y="685801"/>
            <a:ext cx="7515991" cy="27273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000"/>
              <a:buFont typeface="Corbel"/>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16"/>
          <p:cNvSpPr txBox="1">
            <a:spLocks noGrp="1"/>
          </p:cNvSpPr>
          <p:nvPr>
            <p:ph type="body" idx="1"/>
          </p:nvPr>
        </p:nvSpPr>
        <p:spPr>
          <a:xfrm>
            <a:off x="1113524" y="3505200"/>
            <a:ext cx="7515992" cy="838200"/>
          </a:xfrm>
          <a:prstGeom prst="rect">
            <a:avLst/>
          </a:prstGeom>
          <a:noFill/>
          <a:ln>
            <a:noFill/>
          </a:ln>
        </p:spPr>
        <p:txBody>
          <a:bodyPr spcFirstLastPara="1" wrap="square" lIns="91425" tIns="45700" rIns="91425" bIns="45700" anchor="b" anchorCtr="0">
            <a:normAutofit/>
          </a:bodyPr>
          <a:lstStyle>
            <a:lvl1pPr marL="457200" lvl="0" indent="-228600" algn="l">
              <a:spcBef>
                <a:spcPts val="560"/>
              </a:spcBef>
              <a:spcAft>
                <a:spcPts val="0"/>
              </a:spcAft>
              <a:buSzPts val="4060"/>
              <a:buNone/>
              <a:defRPr sz="2800" b="0" cap="none">
                <a:solidFill>
                  <a:schemeClr val="dk1"/>
                </a:solidFill>
              </a:defRPr>
            </a:lvl1pPr>
            <a:lvl2pPr marL="914400" lvl="1" indent="-394335" algn="l">
              <a:spcBef>
                <a:spcPts val="600"/>
              </a:spcBef>
              <a:spcAft>
                <a:spcPts val="0"/>
              </a:spcAft>
              <a:buSzPts val="2610"/>
              <a:buChar char="•"/>
              <a:defRPr/>
            </a:lvl2pPr>
            <a:lvl3pPr marL="1371600" lvl="2" indent="-394335" algn="l">
              <a:spcBef>
                <a:spcPts val="600"/>
              </a:spcBef>
              <a:spcAft>
                <a:spcPts val="0"/>
              </a:spcAft>
              <a:buSzPts val="2610"/>
              <a:buChar char="•"/>
              <a:defRPr/>
            </a:lvl3pPr>
            <a:lvl4pPr marL="1828800" lvl="3" indent="-394335" algn="l">
              <a:spcBef>
                <a:spcPts val="600"/>
              </a:spcBef>
              <a:spcAft>
                <a:spcPts val="0"/>
              </a:spcAft>
              <a:buSzPts val="2610"/>
              <a:buChar char="•"/>
              <a:defRPr/>
            </a:lvl4pPr>
            <a:lvl5pPr marL="2286000" lvl="4" indent="-394335" algn="l">
              <a:spcBef>
                <a:spcPts val="600"/>
              </a:spcBef>
              <a:spcAft>
                <a:spcPts val="0"/>
              </a:spcAft>
              <a:buSzPts val="2610"/>
              <a:buChar char="•"/>
              <a:defRPr/>
            </a:lvl5pPr>
            <a:lvl6pPr marL="2743200" lvl="5" indent="-394335" algn="l">
              <a:spcBef>
                <a:spcPts val="600"/>
              </a:spcBef>
              <a:spcAft>
                <a:spcPts val="0"/>
              </a:spcAft>
              <a:buSzPts val="2610"/>
              <a:buChar char="•"/>
              <a:defRPr/>
            </a:lvl6pPr>
            <a:lvl7pPr marL="3200400" lvl="6" indent="-394335" algn="l">
              <a:spcBef>
                <a:spcPts val="600"/>
              </a:spcBef>
              <a:spcAft>
                <a:spcPts val="0"/>
              </a:spcAft>
              <a:buSzPts val="2610"/>
              <a:buChar char="•"/>
              <a:defRPr/>
            </a:lvl7pPr>
            <a:lvl8pPr marL="3657600" lvl="7" indent="-394334" algn="l">
              <a:spcBef>
                <a:spcPts val="600"/>
              </a:spcBef>
              <a:spcAft>
                <a:spcPts val="0"/>
              </a:spcAft>
              <a:buSzPts val="2610"/>
              <a:buChar char="•"/>
              <a:defRPr/>
            </a:lvl8pPr>
            <a:lvl9pPr marL="4114800" lvl="8" indent="-394334" algn="l">
              <a:spcBef>
                <a:spcPts val="600"/>
              </a:spcBef>
              <a:spcAft>
                <a:spcPts val="600"/>
              </a:spcAft>
              <a:buSzPts val="2610"/>
              <a:buChar char="•"/>
              <a:defRPr/>
            </a:lvl9pPr>
          </a:lstStyle>
          <a:p>
            <a:endParaRPr/>
          </a:p>
        </p:txBody>
      </p:sp>
      <p:sp>
        <p:nvSpPr>
          <p:cNvPr id="128" name="Google Shape;128;p16"/>
          <p:cNvSpPr txBox="1">
            <a:spLocks noGrp="1"/>
          </p:cNvSpPr>
          <p:nvPr>
            <p:ph type="body" idx="2"/>
          </p:nvPr>
        </p:nvSpPr>
        <p:spPr>
          <a:xfrm>
            <a:off x="1113524" y="4343400"/>
            <a:ext cx="7515992" cy="1447800"/>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SzPts val="2610"/>
              <a:buNone/>
              <a:defRPr sz="1800">
                <a:solidFill>
                  <a:schemeClr val="dk1"/>
                </a:solidFill>
              </a:defRPr>
            </a:lvl1pPr>
            <a:lvl2pPr marL="914400" lvl="1" indent="-228600" algn="l">
              <a:spcBef>
                <a:spcPts val="600"/>
              </a:spcBef>
              <a:spcAft>
                <a:spcPts val="0"/>
              </a:spcAft>
              <a:buSzPts val="2610"/>
              <a:buNone/>
              <a:defRPr sz="1800">
                <a:solidFill>
                  <a:srgbClr val="888888"/>
                </a:solidFill>
              </a:defRPr>
            </a:lvl2pPr>
            <a:lvl3pPr marL="1371600" lvl="2" indent="-228600" algn="l">
              <a:spcBef>
                <a:spcPts val="600"/>
              </a:spcBef>
              <a:spcAft>
                <a:spcPts val="0"/>
              </a:spcAft>
              <a:buSzPts val="2320"/>
              <a:buNone/>
              <a:defRPr sz="1600">
                <a:solidFill>
                  <a:srgbClr val="888888"/>
                </a:solidFill>
              </a:defRPr>
            </a:lvl3pPr>
            <a:lvl4pPr marL="1828800" lvl="3" indent="-228600" algn="l">
              <a:spcBef>
                <a:spcPts val="600"/>
              </a:spcBef>
              <a:spcAft>
                <a:spcPts val="0"/>
              </a:spcAft>
              <a:buSzPts val="2030"/>
              <a:buNone/>
              <a:defRPr sz="1400">
                <a:solidFill>
                  <a:srgbClr val="888888"/>
                </a:solidFill>
              </a:defRPr>
            </a:lvl4pPr>
            <a:lvl5pPr marL="2286000" lvl="4" indent="-228600" algn="l">
              <a:spcBef>
                <a:spcPts val="600"/>
              </a:spcBef>
              <a:spcAft>
                <a:spcPts val="0"/>
              </a:spcAft>
              <a:buSzPts val="2030"/>
              <a:buNone/>
              <a:defRPr sz="1400">
                <a:solidFill>
                  <a:srgbClr val="888888"/>
                </a:solidFill>
              </a:defRPr>
            </a:lvl5pPr>
            <a:lvl6pPr marL="2743200" lvl="5" indent="-228600" algn="l">
              <a:spcBef>
                <a:spcPts val="600"/>
              </a:spcBef>
              <a:spcAft>
                <a:spcPts val="0"/>
              </a:spcAft>
              <a:buSzPts val="2030"/>
              <a:buNone/>
              <a:defRPr sz="1400">
                <a:solidFill>
                  <a:srgbClr val="888888"/>
                </a:solidFill>
              </a:defRPr>
            </a:lvl6pPr>
            <a:lvl7pPr marL="3200400" lvl="6" indent="-228600" algn="l">
              <a:spcBef>
                <a:spcPts val="600"/>
              </a:spcBef>
              <a:spcAft>
                <a:spcPts val="0"/>
              </a:spcAft>
              <a:buSzPts val="2030"/>
              <a:buNone/>
              <a:defRPr sz="1400">
                <a:solidFill>
                  <a:srgbClr val="888888"/>
                </a:solidFill>
              </a:defRPr>
            </a:lvl7pPr>
            <a:lvl8pPr marL="3657600" lvl="7" indent="-228600" algn="l">
              <a:spcBef>
                <a:spcPts val="600"/>
              </a:spcBef>
              <a:spcAft>
                <a:spcPts val="0"/>
              </a:spcAft>
              <a:buSzPts val="2030"/>
              <a:buNone/>
              <a:defRPr sz="1400">
                <a:solidFill>
                  <a:srgbClr val="888888"/>
                </a:solidFill>
              </a:defRPr>
            </a:lvl8pPr>
            <a:lvl9pPr marL="4114800" lvl="8" indent="-228600" algn="l">
              <a:spcBef>
                <a:spcPts val="600"/>
              </a:spcBef>
              <a:spcAft>
                <a:spcPts val="600"/>
              </a:spcAft>
              <a:buSzPts val="2030"/>
              <a:buNone/>
              <a:defRPr sz="1400">
                <a:solidFill>
                  <a:srgbClr val="888888"/>
                </a:solidFill>
              </a:defRPr>
            </a:lvl9pPr>
          </a:lstStyle>
          <a:p>
            <a:endParaRPr/>
          </a:p>
        </p:txBody>
      </p:sp>
      <p:sp>
        <p:nvSpPr>
          <p:cNvPr id="129" name="Google Shape;129;p16"/>
          <p:cNvSpPr txBox="1">
            <a:spLocks noGrp="1"/>
          </p:cNvSpPr>
          <p:nvPr>
            <p:ph type="dt" idx="10"/>
          </p:nvPr>
        </p:nvSpPr>
        <p:spPr>
          <a:xfrm>
            <a:off x="7358679" y="6116070"/>
            <a:ext cx="857473"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16"/>
          <p:cNvSpPr txBox="1">
            <a:spLocks noGrp="1"/>
          </p:cNvSpPr>
          <p:nvPr>
            <p:ph type="ftr" idx="11"/>
          </p:nvPr>
        </p:nvSpPr>
        <p:spPr>
          <a:xfrm>
            <a:off x="1986997" y="6116070"/>
            <a:ext cx="531451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16"/>
          <p:cNvSpPr txBox="1">
            <a:spLocks noGrp="1"/>
          </p:cNvSpPr>
          <p:nvPr>
            <p:ph type="sldNum" idx="12"/>
          </p:nvPr>
        </p:nvSpPr>
        <p:spPr>
          <a:xfrm>
            <a:off x="8273317" y="6116070"/>
            <a:ext cx="41348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1"/>
              </a:buClr>
              <a:buSzPts val="1000"/>
              <a:buFont typeface="Corbel"/>
              <a:buNone/>
              <a:defRPr/>
            </a:lvl1pPr>
            <a:lvl2pPr marL="0" lvl="1" indent="0" algn="r">
              <a:spcBef>
                <a:spcPts val="0"/>
              </a:spcBef>
              <a:spcAft>
                <a:spcPts val="0"/>
              </a:spcAft>
              <a:buClr>
                <a:schemeClr val="dk1"/>
              </a:buClr>
              <a:buSzPts val="1000"/>
              <a:buFont typeface="Corbel"/>
              <a:buNone/>
              <a:defRPr/>
            </a:lvl2pPr>
            <a:lvl3pPr marL="0" lvl="2" indent="0" algn="r">
              <a:spcBef>
                <a:spcPts val="0"/>
              </a:spcBef>
              <a:spcAft>
                <a:spcPts val="0"/>
              </a:spcAft>
              <a:buClr>
                <a:schemeClr val="dk1"/>
              </a:buClr>
              <a:buSzPts val="1000"/>
              <a:buFont typeface="Corbel"/>
              <a:buNone/>
              <a:defRPr/>
            </a:lvl3pPr>
            <a:lvl4pPr marL="0" lvl="3" indent="0" algn="r">
              <a:spcBef>
                <a:spcPts val="0"/>
              </a:spcBef>
              <a:spcAft>
                <a:spcPts val="0"/>
              </a:spcAft>
              <a:buClr>
                <a:schemeClr val="dk1"/>
              </a:buClr>
              <a:buSzPts val="1000"/>
              <a:buFont typeface="Corbel"/>
              <a:buNone/>
              <a:defRPr/>
            </a:lvl4pPr>
            <a:lvl5pPr marL="0" lvl="4" indent="0" algn="r">
              <a:spcBef>
                <a:spcPts val="0"/>
              </a:spcBef>
              <a:spcAft>
                <a:spcPts val="0"/>
              </a:spcAft>
              <a:buClr>
                <a:schemeClr val="dk1"/>
              </a:buClr>
              <a:buSzPts val="1000"/>
              <a:buFont typeface="Corbel"/>
              <a:buNone/>
              <a:defRPr/>
            </a:lvl5pPr>
            <a:lvl6pPr marL="0" lvl="5" indent="0" algn="r">
              <a:spcBef>
                <a:spcPts val="0"/>
              </a:spcBef>
              <a:spcAft>
                <a:spcPts val="0"/>
              </a:spcAft>
              <a:buClr>
                <a:schemeClr val="dk1"/>
              </a:buClr>
              <a:buSzPts val="1000"/>
              <a:buFont typeface="Corbel"/>
              <a:buNone/>
              <a:defRPr/>
            </a:lvl6pPr>
            <a:lvl7pPr marL="0" lvl="6" indent="0" algn="r">
              <a:spcBef>
                <a:spcPts val="0"/>
              </a:spcBef>
              <a:spcAft>
                <a:spcPts val="0"/>
              </a:spcAft>
              <a:buClr>
                <a:schemeClr val="dk1"/>
              </a:buClr>
              <a:buSzPts val="1000"/>
              <a:buFont typeface="Corbel"/>
              <a:buNone/>
              <a:defRPr/>
            </a:lvl7pPr>
            <a:lvl8pPr marL="0" lvl="7" indent="0" algn="r">
              <a:spcBef>
                <a:spcPts val="0"/>
              </a:spcBef>
              <a:spcAft>
                <a:spcPts val="0"/>
              </a:spcAft>
              <a:buClr>
                <a:schemeClr val="dk1"/>
              </a:buClr>
              <a:buSzPts val="1000"/>
              <a:buFont typeface="Corbel"/>
              <a:buNone/>
              <a:defRPr/>
            </a:lvl8pPr>
            <a:lvl9pPr marL="0" lvl="8" indent="0" algn="r">
              <a:spcBef>
                <a:spcPts val="0"/>
              </a:spcBef>
              <a:spcAft>
                <a:spcPts val="0"/>
              </a:spcAft>
              <a:buClr>
                <a:schemeClr val="dk1"/>
              </a:buClr>
              <a:buSzPts val="1000"/>
              <a:buFont typeface="Corbel"/>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2"/>
        <p:cNvGrpSpPr/>
        <p:nvPr/>
      </p:nvGrpSpPr>
      <p:grpSpPr>
        <a:xfrm>
          <a:off x="0" y="0"/>
          <a:ext cx="0" cy="0"/>
          <a:chOff x="0" y="0"/>
          <a:chExt cx="0" cy="0"/>
        </a:xfrm>
      </p:grpSpPr>
      <p:sp>
        <p:nvSpPr>
          <p:cNvPr id="133" name="Google Shape;133;p17"/>
          <p:cNvSpPr txBox="1">
            <a:spLocks noGrp="1"/>
          </p:cNvSpPr>
          <p:nvPr>
            <p:ph type="title"/>
          </p:nvPr>
        </p:nvSpPr>
        <p:spPr>
          <a:xfrm>
            <a:off x="982133" y="457201"/>
            <a:ext cx="7704667" cy="19812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000"/>
              <a:buFont typeface="Corbe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p17"/>
          <p:cNvSpPr txBox="1">
            <a:spLocks noGrp="1"/>
          </p:cNvSpPr>
          <p:nvPr>
            <p:ph type="body" idx="1"/>
          </p:nvPr>
        </p:nvSpPr>
        <p:spPr>
          <a:xfrm rot="5400000">
            <a:off x="3155970" y="493164"/>
            <a:ext cx="3356995" cy="7704666"/>
          </a:xfrm>
          <a:prstGeom prst="rect">
            <a:avLst/>
          </a:prstGeom>
          <a:noFill/>
          <a:ln>
            <a:noFill/>
          </a:ln>
        </p:spPr>
        <p:txBody>
          <a:bodyPr spcFirstLastPara="1" wrap="square" lIns="91425" tIns="45700" rIns="91425" bIns="45700" anchor="t" anchorCtr="0">
            <a:normAutofit/>
          </a:bodyPr>
          <a:lstStyle>
            <a:lvl1pPr marL="457200" lvl="0" indent="-394335" algn="l">
              <a:spcBef>
                <a:spcPts val="360"/>
              </a:spcBef>
              <a:spcAft>
                <a:spcPts val="0"/>
              </a:spcAft>
              <a:buSzPts val="2610"/>
              <a:buChar char="•"/>
              <a:defRPr/>
            </a:lvl1pPr>
            <a:lvl2pPr marL="914400" lvl="1" indent="-394335" algn="l">
              <a:spcBef>
                <a:spcPts val="600"/>
              </a:spcBef>
              <a:spcAft>
                <a:spcPts val="0"/>
              </a:spcAft>
              <a:buSzPts val="2610"/>
              <a:buChar char="•"/>
              <a:defRPr/>
            </a:lvl2pPr>
            <a:lvl3pPr marL="1371600" lvl="2" indent="-394335" algn="l">
              <a:spcBef>
                <a:spcPts val="600"/>
              </a:spcBef>
              <a:spcAft>
                <a:spcPts val="0"/>
              </a:spcAft>
              <a:buSzPts val="2610"/>
              <a:buChar char="•"/>
              <a:defRPr/>
            </a:lvl3pPr>
            <a:lvl4pPr marL="1828800" lvl="3" indent="-394335" algn="l">
              <a:spcBef>
                <a:spcPts val="600"/>
              </a:spcBef>
              <a:spcAft>
                <a:spcPts val="0"/>
              </a:spcAft>
              <a:buSzPts val="2610"/>
              <a:buChar char="•"/>
              <a:defRPr/>
            </a:lvl4pPr>
            <a:lvl5pPr marL="2286000" lvl="4" indent="-394335" algn="l">
              <a:spcBef>
                <a:spcPts val="600"/>
              </a:spcBef>
              <a:spcAft>
                <a:spcPts val="0"/>
              </a:spcAft>
              <a:buSzPts val="2610"/>
              <a:buChar char="•"/>
              <a:defRPr/>
            </a:lvl5pPr>
            <a:lvl6pPr marL="2743200" lvl="5" indent="-394335" algn="l">
              <a:spcBef>
                <a:spcPts val="600"/>
              </a:spcBef>
              <a:spcAft>
                <a:spcPts val="0"/>
              </a:spcAft>
              <a:buSzPts val="2610"/>
              <a:buChar char="•"/>
              <a:defRPr/>
            </a:lvl6pPr>
            <a:lvl7pPr marL="3200400" lvl="6" indent="-394335" algn="l">
              <a:spcBef>
                <a:spcPts val="600"/>
              </a:spcBef>
              <a:spcAft>
                <a:spcPts val="0"/>
              </a:spcAft>
              <a:buSzPts val="2610"/>
              <a:buChar char="•"/>
              <a:defRPr/>
            </a:lvl7pPr>
            <a:lvl8pPr marL="3657600" lvl="7" indent="-394334" algn="l">
              <a:spcBef>
                <a:spcPts val="600"/>
              </a:spcBef>
              <a:spcAft>
                <a:spcPts val="0"/>
              </a:spcAft>
              <a:buSzPts val="2610"/>
              <a:buChar char="•"/>
              <a:defRPr/>
            </a:lvl8pPr>
            <a:lvl9pPr marL="4114800" lvl="8" indent="-394334" algn="l">
              <a:spcBef>
                <a:spcPts val="600"/>
              </a:spcBef>
              <a:spcAft>
                <a:spcPts val="600"/>
              </a:spcAft>
              <a:buSzPts val="2610"/>
              <a:buChar char="•"/>
              <a:defRPr/>
            </a:lvl9pPr>
          </a:lstStyle>
          <a:p>
            <a:endParaRPr/>
          </a:p>
        </p:txBody>
      </p:sp>
      <p:sp>
        <p:nvSpPr>
          <p:cNvPr id="135" name="Google Shape;135;p17"/>
          <p:cNvSpPr txBox="1">
            <a:spLocks noGrp="1"/>
          </p:cNvSpPr>
          <p:nvPr>
            <p:ph type="dt" idx="10"/>
          </p:nvPr>
        </p:nvSpPr>
        <p:spPr>
          <a:xfrm>
            <a:off x="7358679" y="6116070"/>
            <a:ext cx="857473"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17"/>
          <p:cNvSpPr txBox="1">
            <a:spLocks noGrp="1"/>
          </p:cNvSpPr>
          <p:nvPr>
            <p:ph type="ftr" idx="11"/>
          </p:nvPr>
        </p:nvSpPr>
        <p:spPr>
          <a:xfrm>
            <a:off x="1986997" y="6116070"/>
            <a:ext cx="531451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17"/>
          <p:cNvSpPr txBox="1">
            <a:spLocks noGrp="1"/>
          </p:cNvSpPr>
          <p:nvPr>
            <p:ph type="sldNum" idx="12"/>
          </p:nvPr>
        </p:nvSpPr>
        <p:spPr>
          <a:xfrm>
            <a:off x="8273317" y="6116070"/>
            <a:ext cx="41348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1"/>
              </a:buClr>
              <a:buSzPts val="1000"/>
              <a:buFont typeface="Corbel"/>
              <a:buNone/>
              <a:defRPr/>
            </a:lvl1pPr>
            <a:lvl2pPr marL="0" lvl="1" indent="0" algn="r">
              <a:spcBef>
                <a:spcPts val="0"/>
              </a:spcBef>
              <a:spcAft>
                <a:spcPts val="0"/>
              </a:spcAft>
              <a:buClr>
                <a:schemeClr val="dk1"/>
              </a:buClr>
              <a:buSzPts val="1000"/>
              <a:buFont typeface="Corbel"/>
              <a:buNone/>
              <a:defRPr/>
            </a:lvl2pPr>
            <a:lvl3pPr marL="0" lvl="2" indent="0" algn="r">
              <a:spcBef>
                <a:spcPts val="0"/>
              </a:spcBef>
              <a:spcAft>
                <a:spcPts val="0"/>
              </a:spcAft>
              <a:buClr>
                <a:schemeClr val="dk1"/>
              </a:buClr>
              <a:buSzPts val="1000"/>
              <a:buFont typeface="Corbel"/>
              <a:buNone/>
              <a:defRPr/>
            </a:lvl3pPr>
            <a:lvl4pPr marL="0" lvl="3" indent="0" algn="r">
              <a:spcBef>
                <a:spcPts val="0"/>
              </a:spcBef>
              <a:spcAft>
                <a:spcPts val="0"/>
              </a:spcAft>
              <a:buClr>
                <a:schemeClr val="dk1"/>
              </a:buClr>
              <a:buSzPts val="1000"/>
              <a:buFont typeface="Corbel"/>
              <a:buNone/>
              <a:defRPr/>
            </a:lvl4pPr>
            <a:lvl5pPr marL="0" lvl="4" indent="0" algn="r">
              <a:spcBef>
                <a:spcPts val="0"/>
              </a:spcBef>
              <a:spcAft>
                <a:spcPts val="0"/>
              </a:spcAft>
              <a:buClr>
                <a:schemeClr val="dk1"/>
              </a:buClr>
              <a:buSzPts val="1000"/>
              <a:buFont typeface="Corbel"/>
              <a:buNone/>
              <a:defRPr/>
            </a:lvl5pPr>
            <a:lvl6pPr marL="0" lvl="5" indent="0" algn="r">
              <a:spcBef>
                <a:spcPts val="0"/>
              </a:spcBef>
              <a:spcAft>
                <a:spcPts val="0"/>
              </a:spcAft>
              <a:buClr>
                <a:schemeClr val="dk1"/>
              </a:buClr>
              <a:buSzPts val="1000"/>
              <a:buFont typeface="Corbel"/>
              <a:buNone/>
              <a:defRPr/>
            </a:lvl6pPr>
            <a:lvl7pPr marL="0" lvl="6" indent="0" algn="r">
              <a:spcBef>
                <a:spcPts val="0"/>
              </a:spcBef>
              <a:spcAft>
                <a:spcPts val="0"/>
              </a:spcAft>
              <a:buClr>
                <a:schemeClr val="dk1"/>
              </a:buClr>
              <a:buSzPts val="1000"/>
              <a:buFont typeface="Corbel"/>
              <a:buNone/>
              <a:defRPr/>
            </a:lvl7pPr>
            <a:lvl8pPr marL="0" lvl="7" indent="0" algn="r">
              <a:spcBef>
                <a:spcPts val="0"/>
              </a:spcBef>
              <a:spcAft>
                <a:spcPts val="0"/>
              </a:spcAft>
              <a:buClr>
                <a:schemeClr val="dk1"/>
              </a:buClr>
              <a:buSzPts val="1000"/>
              <a:buFont typeface="Corbel"/>
              <a:buNone/>
              <a:defRPr/>
            </a:lvl8pPr>
            <a:lvl9pPr marL="0" lvl="8" indent="0" algn="r">
              <a:spcBef>
                <a:spcPts val="0"/>
              </a:spcBef>
              <a:spcAft>
                <a:spcPts val="0"/>
              </a:spcAft>
              <a:buClr>
                <a:schemeClr val="dk1"/>
              </a:buClr>
              <a:buSzPts val="1000"/>
              <a:buFont typeface="Corbel"/>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8"/>
        <p:cNvGrpSpPr/>
        <p:nvPr/>
      </p:nvGrpSpPr>
      <p:grpSpPr>
        <a:xfrm>
          <a:off x="0" y="0"/>
          <a:ext cx="0" cy="0"/>
          <a:chOff x="0" y="0"/>
          <a:chExt cx="0" cy="0"/>
        </a:xfrm>
      </p:grpSpPr>
      <p:sp>
        <p:nvSpPr>
          <p:cNvPr id="139" name="Google Shape;139;p18"/>
          <p:cNvSpPr txBox="1">
            <a:spLocks noGrp="1"/>
          </p:cNvSpPr>
          <p:nvPr>
            <p:ph type="title"/>
          </p:nvPr>
        </p:nvSpPr>
        <p:spPr>
          <a:xfrm rot="5400000">
            <a:off x="5412754" y="2574439"/>
            <a:ext cx="5105400" cy="1328123"/>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0" name="Google Shape;140;p18"/>
          <p:cNvSpPr txBox="1">
            <a:spLocks noGrp="1"/>
          </p:cNvSpPr>
          <p:nvPr>
            <p:ph type="body" idx="1"/>
          </p:nvPr>
        </p:nvSpPr>
        <p:spPr>
          <a:xfrm rot="5400000">
            <a:off x="1569011" y="230314"/>
            <a:ext cx="5105400" cy="6016373"/>
          </a:xfrm>
          <a:prstGeom prst="rect">
            <a:avLst/>
          </a:prstGeom>
          <a:noFill/>
          <a:ln>
            <a:noFill/>
          </a:ln>
        </p:spPr>
        <p:txBody>
          <a:bodyPr spcFirstLastPara="1" wrap="square" lIns="91425" tIns="45700" rIns="91425" bIns="45700" anchor="t" anchorCtr="0">
            <a:normAutofit/>
          </a:bodyPr>
          <a:lstStyle>
            <a:lvl1pPr marL="457200" lvl="0" indent="-394335" algn="l">
              <a:spcBef>
                <a:spcPts val="360"/>
              </a:spcBef>
              <a:spcAft>
                <a:spcPts val="0"/>
              </a:spcAft>
              <a:buSzPts val="2610"/>
              <a:buChar char="•"/>
              <a:defRPr/>
            </a:lvl1pPr>
            <a:lvl2pPr marL="914400" lvl="1" indent="-394335" algn="l">
              <a:spcBef>
                <a:spcPts val="600"/>
              </a:spcBef>
              <a:spcAft>
                <a:spcPts val="0"/>
              </a:spcAft>
              <a:buSzPts val="2610"/>
              <a:buChar char="•"/>
              <a:defRPr/>
            </a:lvl2pPr>
            <a:lvl3pPr marL="1371600" lvl="2" indent="-394335" algn="l">
              <a:spcBef>
                <a:spcPts val="600"/>
              </a:spcBef>
              <a:spcAft>
                <a:spcPts val="0"/>
              </a:spcAft>
              <a:buSzPts val="2610"/>
              <a:buChar char="•"/>
              <a:defRPr/>
            </a:lvl3pPr>
            <a:lvl4pPr marL="1828800" lvl="3" indent="-394335" algn="l">
              <a:spcBef>
                <a:spcPts val="600"/>
              </a:spcBef>
              <a:spcAft>
                <a:spcPts val="0"/>
              </a:spcAft>
              <a:buSzPts val="2610"/>
              <a:buChar char="•"/>
              <a:defRPr/>
            </a:lvl4pPr>
            <a:lvl5pPr marL="2286000" lvl="4" indent="-394335" algn="l">
              <a:spcBef>
                <a:spcPts val="600"/>
              </a:spcBef>
              <a:spcAft>
                <a:spcPts val="0"/>
              </a:spcAft>
              <a:buSzPts val="2610"/>
              <a:buChar char="•"/>
              <a:defRPr/>
            </a:lvl5pPr>
            <a:lvl6pPr marL="2743200" lvl="5" indent="-394335" algn="l">
              <a:spcBef>
                <a:spcPts val="600"/>
              </a:spcBef>
              <a:spcAft>
                <a:spcPts val="0"/>
              </a:spcAft>
              <a:buSzPts val="2610"/>
              <a:buChar char="•"/>
              <a:defRPr/>
            </a:lvl6pPr>
            <a:lvl7pPr marL="3200400" lvl="6" indent="-394335" algn="l">
              <a:spcBef>
                <a:spcPts val="600"/>
              </a:spcBef>
              <a:spcAft>
                <a:spcPts val="0"/>
              </a:spcAft>
              <a:buSzPts val="2610"/>
              <a:buChar char="•"/>
              <a:defRPr/>
            </a:lvl7pPr>
            <a:lvl8pPr marL="3657600" lvl="7" indent="-394334" algn="l">
              <a:spcBef>
                <a:spcPts val="600"/>
              </a:spcBef>
              <a:spcAft>
                <a:spcPts val="0"/>
              </a:spcAft>
              <a:buSzPts val="2610"/>
              <a:buChar char="•"/>
              <a:defRPr/>
            </a:lvl8pPr>
            <a:lvl9pPr marL="4114800" lvl="8" indent="-394334" algn="l">
              <a:spcBef>
                <a:spcPts val="600"/>
              </a:spcBef>
              <a:spcAft>
                <a:spcPts val="600"/>
              </a:spcAft>
              <a:buSzPts val="2610"/>
              <a:buChar char="•"/>
              <a:defRPr/>
            </a:lvl9pPr>
          </a:lstStyle>
          <a:p>
            <a:endParaRPr/>
          </a:p>
        </p:txBody>
      </p:sp>
      <p:sp>
        <p:nvSpPr>
          <p:cNvPr id="141" name="Google Shape;141;p18"/>
          <p:cNvSpPr txBox="1">
            <a:spLocks noGrp="1"/>
          </p:cNvSpPr>
          <p:nvPr>
            <p:ph type="dt" idx="10"/>
          </p:nvPr>
        </p:nvSpPr>
        <p:spPr>
          <a:xfrm>
            <a:off x="7358679" y="6116070"/>
            <a:ext cx="857473"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18"/>
          <p:cNvSpPr txBox="1">
            <a:spLocks noGrp="1"/>
          </p:cNvSpPr>
          <p:nvPr>
            <p:ph type="ftr" idx="11"/>
          </p:nvPr>
        </p:nvSpPr>
        <p:spPr>
          <a:xfrm>
            <a:off x="1986997" y="6116070"/>
            <a:ext cx="531451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3" name="Google Shape;143;p18"/>
          <p:cNvSpPr txBox="1">
            <a:spLocks noGrp="1"/>
          </p:cNvSpPr>
          <p:nvPr>
            <p:ph type="sldNum" idx="12"/>
          </p:nvPr>
        </p:nvSpPr>
        <p:spPr>
          <a:xfrm>
            <a:off x="8273317" y="6116070"/>
            <a:ext cx="41348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chemeClr val="dk1"/>
              </a:buClr>
              <a:buSzPts val="1000"/>
              <a:buFont typeface="Corbel"/>
              <a:buNone/>
              <a:defRPr/>
            </a:lvl1pPr>
            <a:lvl2pPr marL="0" lvl="1" indent="0" algn="r">
              <a:spcBef>
                <a:spcPts val="0"/>
              </a:spcBef>
              <a:spcAft>
                <a:spcPts val="0"/>
              </a:spcAft>
              <a:buClr>
                <a:schemeClr val="dk1"/>
              </a:buClr>
              <a:buSzPts val="1000"/>
              <a:buFont typeface="Corbel"/>
              <a:buNone/>
              <a:defRPr/>
            </a:lvl2pPr>
            <a:lvl3pPr marL="0" lvl="2" indent="0" algn="r">
              <a:spcBef>
                <a:spcPts val="0"/>
              </a:spcBef>
              <a:spcAft>
                <a:spcPts val="0"/>
              </a:spcAft>
              <a:buClr>
                <a:schemeClr val="dk1"/>
              </a:buClr>
              <a:buSzPts val="1000"/>
              <a:buFont typeface="Corbel"/>
              <a:buNone/>
              <a:defRPr/>
            </a:lvl3pPr>
            <a:lvl4pPr marL="0" lvl="3" indent="0" algn="r">
              <a:spcBef>
                <a:spcPts val="0"/>
              </a:spcBef>
              <a:spcAft>
                <a:spcPts val="0"/>
              </a:spcAft>
              <a:buClr>
                <a:schemeClr val="dk1"/>
              </a:buClr>
              <a:buSzPts val="1000"/>
              <a:buFont typeface="Corbel"/>
              <a:buNone/>
              <a:defRPr/>
            </a:lvl4pPr>
            <a:lvl5pPr marL="0" lvl="4" indent="0" algn="r">
              <a:spcBef>
                <a:spcPts val="0"/>
              </a:spcBef>
              <a:spcAft>
                <a:spcPts val="0"/>
              </a:spcAft>
              <a:buClr>
                <a:schemeClr val="dk1"/>
              </a:buClr>
              <a:buSzPts val="1000"/>
              <a:buFont typeface="Corbel"/>
              <a:buNone/>
              <a:defRPr/>
            </a:lvl5pPr>
            <a:lvl6pPr marL="0" lvl="5" indent="0" algn="r">
              <a:spcBef>
                <a:spcPts val="0"/>
              </a:spcBef>
              <a:spcAft>
                <a:spcPts val="0"/>
              </a:spcAft>
              <a:buClr>
                <a:schemeClr val="dk1"/>
              </a:buClr>
              <a:buSzPts val="1000"/>
              <a:buFont typeface="Corbel"/>
              <a:buNone/>
              <a:defRPr/>
            </a:lvl6pPr>
            <a:lvl7pPr marL="0" lvl="6" indent="0" algn="r">
              <a:spcBef>
                <a:spcPts val="0"/>
              </a:spcBef>
              <a:spcAft>
                <a:spcPts val="0"/>
              </a:spcAft>
              <a:buClr>
                <a:schemeClr val="dk1"/>
              </a:buClr>
              <a:buSzPts val="1000"/>
              <a:buFont typeface="Corbel"/>
              <a:buNone/>
              <a:defRPr/>
            </a:lvl7pPr>
            <a:lvl8pPr marL="0" lvl="7" indent="0" algn="r">
              <a:spcBef>
                <a:spcPts val="0"/>
              </a:spcBef>
              <a:spcAft>
                <a:spcPts val="0"/>
              </a:spcAft>
              <a:buClr>
                <a:schemeClr val="dk1"/>
              </a:buClr>
              <a:buSzPts val="1000"/>
              <a:buFont typeface="Corbel"/>
              <a:buNone/>
              <a:defRPr/>
            </a:lvl8pPr>
            <a:lvl9pPr marL="0" lvl="8" indent="0" algn="r">
              <a:spcBef>
                <a:spcPts val="0"/>
              </a:spcBef>
              <a:spcAft>
                <a:spcPts val="0"/>
              </a:spcAft>
              <a:buClr>
                <a:schemeClr val="dk1"/>
              </a:buClr>
              <a:buSzPts val="1000"/>
              <a:buFont typeface="Corbel"/>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9">
            <a:alphaModFix/>
          </a:blip>
          <a:stretch>
            <a:fillRect/>
          </a:stretch>
        </a:blipFill>
        <a:effectLst/>
      </p:bgPr>
    </p:bg>
    <p:spTree>
      <p:nvGrpSpPr>
        <p:cNvPr id="1" name="Shape 9"/>
        <p:cNvGrpSpPr/>
        <p:nvPr/>
      </p:nvGrpSpPr>
      <p:grpSpPr>
        <a:xfrm>
          <a:off x="0" y="0"/>
          <a:ext cx="0" cy="0"/>
          <a:chOff x="0" y="0"/>
          <a:chExt cx="0" cy="0"/>
        </a:xfrm>
      </p:grpSpPr>
      <p:grpSp>
        <p:nvGrpSpPr>
          <p:cNvPr id="10" name="Google Shape;10;p1"/>
          <p:cNvGrpSpPr/>
          <p:nvPr/>
        </p:nvGrpSpPr>
        <p:grpSpPr>
          <a:xfrm>
            <a:off x="0" y="0"/>
            <a:ext cx="2132013" cy="6858001"/>
            <a:chOff x="0" y="0"/>
            <a:chExt cx="2132013" cy="6858001"/>
          </a:xfrm>
        </p:grpSpPr>
        <p:sp>
          <p:nvSpPr>
            <p:cNvPr id="11" name="Google Shape;11;p1"/>
            <p:cNvSpPr/>
            <p:nvPr/>
          </p:nvSpPr>
          <p:spPr>
            <a:xfrm>
              <a:off x="0" y="0"/>
              <a:ext cx="1073150" cy="5291138"/>
            </a:xfrm>
            <a:custGeom>
              <a:avLst/>
              <a:gdLst/>
              <a:ahLst/>
              <a:cxnLst/>
              <a:rect l="l" t="t" r="r" b="b"/>
              <a:pathLst>
                <a:path w="676" h="3333" extrusionOk="0">
                  <a:moveTo>
                    <a:pt x="0" y="3132"/>
                  </a:moveTo>
                  <a:lnTo>
                    <a:pt x="0" y="3312"/>
                  </a:lnTo>
                  <a:lnTo>
                    <a:pt x="126" y="3333"/>
                  </a:lnTo>
                  <a:lnTo>
                    <a:pt x="676" y="0"/>
                  </a:lnTo>
                  <a:lnTo>
                    <a:pt x="514" y="0"/>
                  </a:lnTo>
                  <a:lnTo>
                    <a:pt x="0" y="3132"/>
                  </a:lnTo>
                  <a:close/>
                </a:path>
              </a:pathLst>
            </a:custGeom>
            <a:solidFill>
              <a:schemeClr val="accent1"/>
            </a:solidFill>
            <a:ln>
              <a:noFill/>
            </a:ln>
          </p:spPr>
          <p:txBody>
            <a:bodyPr/>
            <a:lstStyle/>
            <a:p>
              <a:endParaRPr lang="en-IN"/>
            </a:p>
          </p:txBody>
        </p:sp>
        <p:sp>
          <p:nvSpPr>
            <p:cNvPr id="12" name="Google Shape;12;p1"/>
            <p:cNvSpPr/>
            <p:nvPr/>
          </p:nvSpPr>
          <p:spPr>
            <a:xfrm>
              <a:off x="0" y="0"/>
              <a:ext cx="758825" cy="4624388"/>
            </a:xfrm>
            <a:custGeom>
              <a:avLst/>
              <a:gdLst/>
              <a:ahLst/>
              <a:cxnLst/>
              <a:rect l="l" t="t" r="r" b="b"/>
              <a:pathLst>
                <a:path w="478" h="2913" extrusionOk="0">
                  <a:moveTo>
                    <a:pt x="478" y="0"/>
                  </a:moveTo>
                  <a:lnTo>
                    <a:pt x="318" y="0"/>
                  </a:lnTo>
                  <a:lnTo>
                    <a:pt x="0" y="1938"/>
                  </a:lnTo>
                  <a:lnTo>
                    <a:pt x="0" y="2913"/>
                  </a:lnTo>
                  <a:lnTo>
                    <a:pt x="478" y="0"/>
                  </a:lnTo>
                  <a:close/>
                </a:path>
              </a:pathLst>
            </a:custGeom>
            <a:solidFill>
              <a:srgbClr val="595959"/>
            </a:solidFill>
            <a:ln>
              <a:noFill/>
            </a:ln>
          </p:spPr>
          <p:txBody>
            <a:bodyPr/>
            <a:lstStyle/>
            <a:p>
              <a:endParaRPr lang="en-IN"/>
            </a:p>
          </p:txBody>
        </p:sp>
        <p:sp>
          <p:nvSpPr>
            <p:cNvPr id="13" name="Google Shape;13;p1"/>
            <p:cNvSpPr/>
            <p:nvPr/>
          </p:nvSpPr>
          <p:spPr>
            <a:xfrm>
              <a:off x="0" y="5662613"/>
              <a:ext cx="906463" cy="1195388"/>
            </a:xfrm>
            <a:custGeom>
              <a:avLst/>
              <a:gdLst/>
              <a:ahLst/>
              <a:cxnLst/>
              <a:rect l="l" t="t" r="r" b="b"/>
              <a:pathLst>
                <a:path w="571" h="753" extrusionOk="0">
                  <a:moveTo>
                    <a:pt x="0" y="0"/>
                  </a:moveTo>
                  <a:lnTo>
                    <a:pt x="0" y="12"/>
                  </a:lnTo>
                  <a:lnTo>
                    <a:pt x="538" y="753"/>
                  </a:lnTo>
                  <a:lnTo>
                    <a:pt x="571" y="753"/>
                  </a:lnTo>
                  <a:lnTo>
                    <a:pt x="0" y="0"/>
                  </a:lnTo>
                  <a:close/>
                </a:path>
              </a:pathLst>
            </a:custGeom>
            <a:solidFill>
              <a:srgbClr val="262626"/>
            </a:solidFill>
            <a:ln>
              <a:noFill/>
            </a:ln>
          </p:spPr>
          <p:txBody>
            <a:bodyPr/>
            <a:lstStyle/>
            <a:p>
              <a:endParaRPr lang="en-IN"/>
            </a:p>
          </p:txBody>
        </p:sp>
        <p:sp>
          <p:nvSpPr>
            <p:cNvPr id="14" name="Google Shape;14;p1"/>
            <p:cNvSpPr/>
            <p:nvPr/>
          </p:nvSpPr>
          <p:spPr>
            <a:xfrm>
              <a:off x="0" y="5295900"/>
              <a:ext cx="1487488" cy="1562100"/>
            </a:xfrm>
            <a:custGeom>
              <a:avLst/>
              <a:gdLst/>
              <a:ahLst/>
              <a:cxnLst/>
              <a:rect l="l" t="t" r="r" b="b"/>
              <a:pathLst>
                <a:path w="937" h="984" extrusionOk="0">
                  <a:moveTo>
                    <a:pt x="0" y="0"/>
                  </a:moveTo>
                  <a:lnTo>
                    <a:pt x="0" y="3"/>
                  </a:lnTo>
                  <a:lnTo>
                    <a:pt x="901" y="984"/>
                  </a:lnTo>
                  <a:lnTo>
                    <a:pt x="937" y="984"/>
                  </a:lnTo>
                  <a:lnTo>
                    <a:pt x="0" y="0"/>
                  </a:lnTo>
                  <a:close/>
                </a:path>
              </a:pathLst>
            </a:custGeom>
            <a:solidFill>
              <a:srgbClr val="0B5982"/>
            </a:solidFill>
            <a:ln>
              <a:noFill/>
            </a:ln>
          </p:spPr>
          <p:txBody>
            <a:bodyPr/>
            <a:lstStyle/>
            <a:p>
              <a:endParaRPr lang="en-IN"/>
            </a:p>
          </p:txBody>
        </p:sp>
        <p:sp>
          <p:nvSpPr>
            <p:cNvPr id="15" name="Google Shape;15;p1"/>
            <p:cNvSpPr/>
            <p:nvPr/>
          </p:nvSpPr>
          <p:spPr>
            <a:xfrm>
              <a:off x="0" y="5257800"/>
              <a:ext cx="2132013" cy="1600200"/>
            </a:xfrm>
            <a:custGeom>
              <a:avLst/>
              <a:gdLst/>
              <a:ahLst/>
              <a:cxnLst/>
              <a:rect l="l" t="t" r="r" b="b"/>
              <a:pathLst>
                <a:path w="1343" h="1008" extrusionOk="0">
                  <a:moveTo>
                    <a:pt x="0" y="24"/>
                  </a:moveTo>
                  <a:lnTo>
                    <a:pt x="937" y="1008"/>
                  </a:lnTo>
                  <a:lnTo>
                    <a:pt x="1343" y="1008"/>
                  </a:lnTo>
                  <a:lnTo>
                    <a:pt x="126" y="21"/>
                  </a:lnTo>
                  <a:lnTo>
                    <a:pt x="0" y="0"/>
                  </a:lnTo>
                  <a:lnTo>
                    <a:pt x="0" y="24"/>
                  </a:lnTo>
                  <a:close/>
                </a:path>
              </a:pathLst>
            </a:custGeom>
            <a:solidFill>
              <a:srgbClr val="1186C3"/>
            </a:solidFill>
            <a:ln>
              <a:noFill/>
            </a:ln>
          </p:spPr>
          <p:txBody>
            <a:bodyPr/>
            <a:lstStyle/>
            <a:p>
              <a:endParaRPr lang="en-IN"/>
            </a:p>
          </p:txBody>
        </p:sp>
        <p:sp>
          <p:nvSpPr>
            <p:cNvPr id="16" name="Google Shape;16;p1"/>
            <p:cNvSpPr/>
            <p:nvPr/>
          </p:nvSpPr>
          <p:spPr>
            <a:xfrm>
              <a:off x="0" y="5357813"/>
              <a:ext cx="1377950" cy="1500188"/>
            </a:xfrm>
            <a:custGeom>
              <a:avLst/>
              <a:gdLst/>
              <a:ahLst/>
              <a:cxnLst/>
              <a:rect l="l" t="t" r="r" b="b"/>
              <a:pathLst>
                <a:path w="868" h="945" extrusionOk="0">
                  <a:moveTo>
                    <a:pt x="0" y="192"/>
                  </a:moveTo>
                  <a:lnTo>
                    <a:pt x="571" y="945"/>
                  </a:lnTo>
                  <a:lnTo>
                    <a:pt x="868" y="945"/>
                  </a:lnTo>
                  <a:lnTo>
                    <a:pt x="0" y="0"/>
                  </a:lnTo>
                  <a:lnTo>
                    <a:pt x="0" y="192"/>
                  </a:lnTo>
                  <a:close/>
                </a:path>
              </a:pathLst>
            </a:custGeom>
            <a:solidFill>
              <a:srgbClr val="3F3F3F"/>
            </a:solidFill>
            <a:ln>
              <a:noFill/>
            </a:ln>
          </p:spPr>
          <p:txBody>
            <a:bodyPr/>
            <a:lstStyle/>
            <a:p>
              <a:endParaRPr lang="en-IN"/>
            </a:p>
          </p:txBody>
        </p:sp>
      </p:grpSp>
      <p:sp>
        <p:nvSpPr>
          <p:cNvPr id="17" name="Google Shape;17;p1"/>
          <p:cNvSpPr txBox="1">
            <a:spLocks noGrp="1"/>
          </p:cNvSpPr>
          <p:nvPr>
            <p:ph type="title"/>
          </p:nvPr>
        </p:nvSpPr>
        <p:spPr>
          <a:xfrm>
            <a:off x="982133" y="457201"/>
            <a:ext cx="7704667" cy="19812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000"/>
              <a:buFont typeface="Corbel"/>
              <a:buNone/>
              <a:defRPr sz="4000" b="0" i="0" u="none" strike="noStrike" cap="none">
                <a:solidFill>
                  <a:schemeClr val="dk1"/>
                </a:solidFill>
                <a:latin typeface="Corbel"/>
                <a:ea typeface="Corbel"/>
                <a:cs typeface="Corbel"/>
                <a:sym typeface="Corbel"/>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18" name="Google Shape;18;p1"/>
          <p:cNvSpPr txBox="1">
            <a:spLocks noGrp="1"/>
          </p:cNvSpPr>
          <p:nvPr>
            <p:ph type="body" idx="1"/>
          </p:nvPr>
        </p:nvSpPr>
        <p:spPr>
          <a:xfrm>
            <a:off x="982134" y="2667000"/>
            <a:ext cx="7704666" cy="3356995"/>
          </a:xfrm>
          <a:prstGeom prst="rect">
            <a:avLst/>
          </a:prstGeom>
          <a:noFill/>
          <a:ln>
            <a:noFill/>
          </a:ln>
        </p:spPr>
        <p:txBody>
          <a:bodyPr spcFirstLastPara="1" wrap="square" lIns="91425" tIns="45700" rIns="91425" bIns="45700" anchor="ctr" anchorCtr="0">
            <a:normAutofit/>
          </a:bodyPr>
          <a:lstStyle>
            <a:lvl1pPr marL="457200" marR="0" lvl="0" indent="-449580" algn="l" rtl="0">
              <a:spcBef>
                <a:spcPts val="480"/>
              </a:spcBef>
              <a:spcAft>
                <a:spcPts val="0"/>
              </a:spcAft>
              <a:buClr>
                <a:srgbClr val="1186C3"/>
              </a:buClr>
              <a:buSzPts val="3480"/>
              <a:buFont typeface="Arial"/>
              <a:buChar char="•"/>
              <a:defRPr sz="2400" b="0" i="0" u="none" strike="noStrike" cap="none">
                <a:solidFill>
                  <a:schemeClr val="dk1"/>
                </a:solidFill>
                <a:latin typeface="Corbel"/>
                <a:ea typeface="Corbel"/>
                <a:cs typeface="Corbel"/>
                <a:sym typeface="Corbel"/>
              </a:defRPr>
            </a:lvl1pPr>
            <a:lvl2pPr marL="914400" marR="0" lvl="1" indent="-412750" algn="l" rtl="0">
              <a:spcBef>
                <a:spcPts val="600"/>
              </a:spcBef>
              <a:spcAft>
                <a:spcPts val="0"/>
              </a:spcAft>
              <a:buClr>
                <a:srgbClr val="1186C3"/>
              </a:buClr>
              <a:buSzPts val="2900"/>
              <a:buFont typeface="Arial"/>
              <a:buChar char="•"/>
              <a:defRPr sz="2000" b="0" i="0" u="none" strike="noStrike" cap="none">
                <a:solidFill>
                  <a:schemeClr val="dk1"/>
                </a:solidFill>
                <a:latin typeface="Corbel"/>
                <a:ea typeface="Corbel"/>
                <a:cs typeface="Corbel"/>
                <a:sym typeface="Corbel"/>
              </a:defRPr>
            </a:lvl2pPr>
            <a:lvl3pPr marL="1371600" marR="0" lvl="2" indent="-394335" algn="l" rtl="0">
              <a:spcBef>
                <a:spcPts val="600"/>
              </a:spcBef>
              <a:spcAft>
                <a:spcPts val="0"/>
              </a:spcAft>
              <a:buClr>
                <a:srgbClr val="1186C3"/>
              </a:buClr>
              <a:buSzPts val="2610"/>
              <a:buFont typeface="Arial"/>
              <a:buChar char="•"/>
              <a:defRPr sz="1800" b="0" i="0" u="none" strike="noStrike" cap="none">
                <a:solidFill>
                  <a:schemeClr val="dk1"/>
                </a:solidFill>
                <a:latin typeface="Corbel"/>
                <a:ea typeface="Corbel"/>
                <a:cs typeface="Corbel"/>
                <a:sym typeface="Corbel"/>
              </a:defRPr>
            </a:lvl3pPr>
            <a:lvl4pPr marL="1828800" marR="0" lvl="3" indent="-375919" algn="l" rtl="0">
              <a:spcBef>
                <a:spcPts val="600"/>
              </a:spcBef>
              <a:spcAft>
                <a:spcPts val="0"/>
              </a:spcAft>
              <a:buClr>
                <a:srgbClr val="1186C3"/>
              </a:buClr>
              <a:buSzPts val="2320"/>
              <a:buFont typeface="Arial"/>
              <a:buChar char="•"/>
              <a:defRPr sz="1600" b="0" i="0" u="none" strike="noStrike" cap="none">
                <a:solidFill>
                  <a:schemeClr val="dk1"/>
                </a:solidFill>
                <a:latin typeface="Corbel"/>
                <a:ea typeface="Corbel"/>
                <a:cs typeface="Corbel"/>
                <a:sym typeface="Corbel"/>
              </a:defRPr>
            </a:lvl4pPr>
            <a:lvl5pPr marL="2286000" marR="0" lvl="4" indent="-357504" algn="l" rtl="0">
              <a:spcBef>
                <a:spcPts val="600"/>
              </a:spcBef>
              <a:spcAft>
                <a:spcPts val="0"/>
              </a:spcAft>
              <a:buClr>
                <a:srgbClr val="1186C3"/>
              </a:buClr>
              <a:buSzPts val="2030"/>
              <a:buFont typeface="Arial"/>
              <a:buChar char="•"/>
              <a:defRPr sz="1400" b="0" i="0" u="none" strike="noStrike" cap="none">
                <a:solidFill>
                  <a:schemeClr val="dk1"/>
                </a:solidFill>
                <a:latin typeface="Corbel"/>
                <a:ea typeface="Corbel"/>
                <a:cs typeface="Corbel"/>
                <a:sym typeface="Corbel"/>
              </a:defRPr>
            </a:lvl5pPr>
            <a:lvl6pPr marL="2743200" marR="0" lvl="5" indent="-357504" algn="l" rtl="0">
              <a:spcBef>
                <a:spcPts val="600"/>
              </a:spcBef>
              <a:spcAft>
                <a:spcPts val="0"/>
              </a:spcAft>
              <a:buClr>
                <a:srgbClr val="1186C3"/>
              </a:buClr>
              <a:buSzPts val="2030"/>
              <a:buFont typeface="Arial"/>
              <a:buChar char="•"/>
              <a:defRPr sz="1400" b="0" i="0" u="none" strike="noStrike" cap="none">
                <a:solidFill>
                  <a:schemeClr val="dk1"/>
                </a:solidFill>
                <a:latin typeface="Corbel"/>
                <a:ea typeface="Corbel"/>
                <a:cs typeface="Corbel"/>
                <a:sym typeface="Corbel"/>
              </a:defRPr>
            </a:lvl6pPr>
            <a:lvl7pPr marL="3200400" marR="0" lvl="6" indent="-357504" algn="l" rtl="0">
              <a:spcBef>
                <a:spcPts val="600"/>
              </a:spcBef>
              <a:spcAft>
                <a:spcPts val="0"/>
              </a:spcAft>
              <a:buClr>
                <a:srgbClr val="1186C3"/>
              </a:buClr>
              <a:buSzPts val="2030"/>
              <a:buFont typeface="Arial"/>
              <a:buChar char="•"/>
              <a:defRPr sz="1400" b="0" i="0" u="none" strike="noStrike" cap="none">
                <a:solidFill>
                  <a:schemeClr val="dk1"/>
                </a:solidFill>
                <a:latin typeface="Corbel"/>
                <a:ea typeface="Corbel"/>
                <a:cs typeface="Corbel"/>
                <a:sym typeface="Corbel"/>
              </a:defRPr>
            </a:lvl7pPr>
            <a:lvl8pPr marL="3657600" marR="0" lvl="7" indent="-357504" algn="l" rtl="0">
              <a:spcBef>
                <a:spcPts val="600"/>
              </a:spcBef>
              <a:spcAft>
                <a:spcPts val="0"/>
              </a:spcAft>
              <a:buClr>
                <a:srgbClr val="1186C3"/>
              </a:buClr>
              <a:buSzPts val="2030"/>
              <a:buFont typeface="Arial"/>
              <a:buChar char="•"/>
              <a:defRPr sz="1400" b="0" i="0" u="none" strike="noStrike" cap="none">
                <a:solidFill>
                  <a:schemeClr val="dk1"/>
                </a:solidFill>
                <a:latin typeface="Corbel"/>
                <a:ea typeface="Corbel"/>
                <a:cs typeface="Corbel"/>
                <a:sym typeface="Corbel"/>
              </a:defRPr>
            </a:lvl8pPr>
            <a:lvl9pPr marL="4114800" marR="0" lvl="8" indent="-357504" algn="l" rtl="0">
              <a:spcBef>
                <a:spcPts val="600"/>
              </a:spcBef>
              <a:spcAft>
                <a:spcPts val="600"/>
              </a:spcAft>
              <a:buClr>
                <a:srgbClr val="1186C3"/>
              </a:buClr>
              <a:buSzPts val="2030"/>
              <a:buFont typeface="Arial"/>
              <a:buChar char="•"/>
              <a:defRPr sz="1400" b="0" i="0" u="none" strike="noStrike" cap="none">
                <a:solidFill>
                  <a:schemeClr val="dk1"/>
                </a:solidFill>
                <a:latin typeface="Corbel"/>
                <a:ea typeface="Corbel"/>
                <a:cs typeface="Corbel"/>
                <a:sym typeface="Corbel"/>
              </a:defRPr>
            </a:lvl9pPr>
          </a:lstStyle>
          <a:p>
            <a:endParaRPr/>
          </a:p>
        </p:txBody>
      </p:sp>
      <p:sp>
        <p:nvSpPr>
          <p:cNvPr id="19" name="Google Shape;19;p1"/>
          <p:cNvSpPr txBox="1">
            <a:spLocks noGrp="1"/>
          </p:cNvSpPr>
          <p:nvPr>
            <p:ph type="dt" idx="10"/>
          </p:nvPr>
        </p:nvSpPr>
        <p:spPr>
          <a:xfrm>
            <a:off x="7358679" y="6116070"/>
            <a:ext cx="857473"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00" b="0" i="0" u="none" strike="noStrike" cap="none">
                <a:solidFill>
                  <a:schemeClr val="dk1"/>
                </a:solidFill>
                <a:latin typeface="Corbel"/>
                <a:ea typeface="Corbel"/>
                <a:cs typeface="Corbel"/>
                <a:sym typeface="Corbel"/>
              </a:defRPr>
            </a:lvl1pPr>
            <a:lvl2pPr marR="0" lvl="1" algn="l" rtl="0">
              <a:spcBef>
                <a:spcPts val="0"/>
              </a:spcBef>
              <a:spcAft>
                <a:spcPts val="0"/>
              </a:spcAft>
              <a:buSzPts val="1400"/>
              <a:buNone/>
              <a:defRPr sz="1800" b="0" i="0" u="none" strike="noStrike" cap="none">
                <a:solidFill>
                  <a:schemeClr val="dk1"/>
                </a:solidFill>
                <a:latin typeface="Corbel"/>
                <a:ea typeface="Corbel"/>
                <a:cs typeface="Corbel"/>
                <a:sym typeface="Corbel"/>
              </a:defRPr>
            </a:lvl2pPr>
            <a:lvl3pPr marR="0" lvl="2" algn="l" rtl="0">
              <a:spcBef>
                <a:spcPts val="0"/>
              </a:spcBef>
              <a:spcAft>
                <a:spcPts val="0"/>
              </a:spcAft>
              <a:buSzPts val="1400"/>
              <a:buNone/>
              <a:defRPr sz="1800" b="0" i="0" u="none" strike="noStrike" cap="none">
                <a:solidFill>
                  <a:schemeClr val="dk1"/>
                </a:solidFill>
                <a:latin typeface="Corbel"/>
                <a:ea typeface="Corbel"/>
                <a:cs typeface="Corbel"/>
                <a:sym typeface="Corbel"/>
              </a:defRPr>
            </a:lvl3pPr>
            <a:lvl4pPr marR="0" lvl="3" algn="l" rtl="0">
              <a:spcBef>
                <a:spcPts val="0"/>
              </a:spcBef>
              <a:spcAft>
                <a:spcPts val="0"/>
              </a:spcAft>
              <a:buSzPts val="1400"/>
              <a:buNone/>
              <a:defRPr sz="1800" b="0" i="0" u="none" strike="noStrike" cap="none">
                <a:solidFill>
                  <a:schemeClr val="dk1"/>
                </a:solidFill>
                <a:latin typeface="Corbel"/>
                <a:ea typeface="Corbel"/>
                <a:cs typeface="Corbel"/>
                <a:sym typeface="Corbel"/>
              </a:defRPr>
            </a:lvl4pPr>
            <a:lvl5pPr marR="0" lvl="4" algn="l" rtl="0">
              <a:spcBef>
                <a:spcPts val="0"/>
              </a:spcBef>
              <a:spcAft>
                <a:spcPts val="0"/>
              </a:spcAft>
              <a:buSzPts val="1400"/>
              <a:buNone/>
              <a:defRPr sz="1800" b="0" i="0" u="none" strike="noStrike" cap="none">
                <a:solidFill>
                  <a:schemeClr val="dk1"/>
                </a:solidFill>
                <a:latin typeface="Corbel"/>
                <a:ea typeface="Corbel"/>
                <a:cs typeface="Corbel"/>
                <a:sym typeface="Corbel"/>
              </a:defRPr>
            </a:lvl5pPr>
            <a:lvl6pPr marR="0" lvl="5" algn="l" rtl="0">
              <a:spcBef>
                <a:spcPts val="0"/>
              </a:spcBef>
              <a:spcAft>
                <a:spcPts val="0"/>
              </a:spcAft>
              <a:buSzPts val="1400"/>
              <a:buNone/>
              <a:defRPr sz="1800" b="0" i="0" u="none" strike="noStrike" cap="none">
                <a:solidFill>
                  <a:schemeClr val="dk1"/>
                </a:solidFill>
                <a:latin typeface="Corbel"/>
                <a:ea typeface="Corbel"/>
                <a:cs typeface="Corbel"/>
                <a:sym typeface="Corbel"/>
              </a:defRPr>
            </a:lvl6pPr>
            <a:lvl7pPr marR="0" lvl="6" algn="l" rtl="0">
              <a:spcBef>
                <a:spcPts val="0"/>
              </a:spcBef>
              <a:spcAft>
                <a:spcPts val="0"/>
              </a:spcAft>
              <a:buSzPts val="1400"/>
              <a:buNone/>
              <a:defRPr sz="1800" b="0" i="0" u="none" strike="noStrike" cap="none">
                <a:solidFill>
                  <a:schemeClr val="dk1"/>
                </a:solidFill>
                <a:latin typeface="Corbel"/>
                <a:ea typeface="Corbel"/>
                <a:cs typeface="Corbel"/>
                <a:sym typeface="Corbel"/>
              </a:defRPr>
            </a:lvl7pPr>
            <a:lvl8pPr marR="0" lvl="7" algn="l" rtl="0">
              <a:spcBef>
                <a:spcPts val="0"/>
              </a:spcBef>
              <a:spcAft>
                <a:spcPts val="0"/>
              </a:spcAft>
              <a:buSzPts val="1400"/>
              <a:buNone/>
              <a:defRPr sz="1800" b="0" i="0" u="none" strike="noStrike" cap="none">
                <a:solidFill>
                  <a:schemeClr val="dk1"/>
                </a:solidFill>
                <a:latin typeface="Corbel"/>
                <a:ea typeface="Corbel"/>
                <a:cs typeface="Corbel"/>
                <a:sym typeface="Corbel"/>
              </a:defRPr>
            </a:lvl8pPr>
            <a:lvl9pPr marR="0" lvl="8" algn="l" rtl="0">
              <a:spcBef>
                <a:spcPts val="0"/>
              </a:spcBef>
              <a:spcAft>
                <a:spcPts val="0"/>
              </a:spcAft>
              <a:buSzPts val="1400"/>
              <a:buNone/>
              <a:defRPr sz="1800" b="0" i="0" u="none" strike="noStrike" cap="none">
                <a:solidFill>
                  <a:schemeClr val="dk1"/>
                </a:solidFill>
                <a:latin typeface="Corbel"/>
                <a:ea typeface="Corbel"/>
                <a:cs typeface="Corbel"/>
                <a:sym typeface="Corbel"/>
              </a:defRPr>
            </a:lvl9pPr>
          </a:lstStyle>
          <a:p>
            <a:endParaRPr/>
          </a:p>
        </p:txBody>
      </p:sp>
      <p:sp>
        <p:nvSpPr>
          <p:cNvPr id="20" name="Google Shape;20;p1"/>
          <p:cNvSpPr txBox="1">
            <a:spLocks noGrp="1"/>
          </p:cNvSpPr>
          <p:nvPr>
            <p:ph type="ftr" idx="11"/>
          </p:nvPr>
        </p:nvSpPr>
        <p:spPr>
          <a:xfrm>
            <a:off x="1986997" y="6116070"/>
            <a:ext cx="5314517"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00" b="0" i="0" u="none" strike="noStrike" cap="none">
                <a:solidFill>
                  <a:schemeClr val="dk1"/>
                </a:solidFill>
                <a:latin typeface="Corbel"/>
                <a:ea typeface="Corbel"/>
                <a:cs typeface="Corbel"/>
                <a:sym typeface="Corbel"/>
              </a:defRPr>
            </a:lvl1pPr>
            <a:lvl2pPr marR="0" lvl="1" algn="l" rtl="0">
              <a:spcBef>
                <a:spcPts val="0"/>
              </a:spcBef>
              <a:spcAft>
                <a:spcPts val="0"/>
              </a:spcAft>
              <a:buSzPts val="1400"/>
              <a:buNone/>
              <a:defRPr sz="1800" b="0" i="0" u="none" strike="noStrike" cap="none">
                <a:solidFill>
                  <a:schemeClr val="dk1"/>
                </a:solidFill>
                <a:latin typeface="Corbel"/>
                <a:ea typeface="Corbel"/>
                <a:cs typeface="Corbel"/>
                <a:sym typeface="Corbel"/>
              </a:defRPr>
            </a:lvl2pPr>
            <a:lvl3pPr marR="0" lvl="2" algn="l" rtl="0">
              <a:spcBef>
                <a:spcPts val="0"/>
              </a:spcBef>
              <a:spcAft>
                <a:spcPts val="0"/>
              </a:spcAft>
              <a:buSzPts val="1400"/>
              <a:buNone/>
              <a:defRPr sz="1800" b="0" i="0" u="none" strike="noStrike" cap="none">
                <a:solidFill>
                  <a:schemeClr val="dk1"/>
                </a:solidFill>
                <a:latin typeface="Corbel"/>
                <a:ea typeface="Corbel"/>
                <a:cs typeface="Corbel"/>
                <a:sym typeface="Corbel"/>
              </a:defRPr>
            </a:lvl3pPr>
            <a:lvl4pPr marR="0" lvl="3" algn="l" rtl="0">
              <a:spcBef>
                <a:spcPts val="0"/>
              </a:spcBef>
              <a:spcAft>
                <a:spcPts val="0"/>
              </a:spcAft>
              <a:buSzPts val="1400"/>
              <a:buNone/>
              <a:defRPr sz="1800" b="0" i="0" u="none" strike="noStrike" cap="none">
                <a:solidFill>
                  <a:schemeClr val="dk1"/>
                </a:solidFill>
                <a:latin typeface="Corbel"/>
                <a:ea typeface="Corbel"/>
                <a:cs typeface="Corbel"/>
                <a:sym typeface="Corbel"/>
              </a:defRPr>
            </a:lvl4pPr>
            <a:lvl5pPr marR="0" lvl="4" algn="l" rtl="0">
              <a:spcBef>
                <a:spcPts val="0"/>
              </a:spcBef>
              <a:spcAft>
                <a:spcPts val="0"/>
              </a:spcAft>
              <a:buSzPts val="1400"/>
              <a:buNone/>
              <a:defRPr sz="1800" b="0" i="0" u="none" strike="noStrike" cap="none">
                <a:solidFill>
                  <a:schemeClr val="dk1"/>
                </a:solidFill>
                <a:latin typeface="Corbel"/>
                <a:ea typeface="Corbel"/>
                <a:cs typeface="Corbel"/>
                <a:sym typeface="Corbel"/>
              </a:defRPr>
            </a:lvl5pPr>
            <a:lvl6pPr marR="0" lvl="5" algn="l" rtl="0">
              <a:spcBef>
                <a:spcPts val="0"/>
              </a:spcBef>
              <a:spcAft>
                <a:spcPts val="0"/>
              </a:spcAft>
              <a:buSzPts val="1400"/>
              <a:buNone/>
              <a:defRPr sz="1800" b="0" i="0" u="none" strike="noStrike" cap="none">
                <a:solidFill>
                  <a:schemeClr val="dk1"/>
                </a:solidFill>
                <a:latin typeface="Corbel"/>
                <a:ea typeface="Corbel"/>
                <a:cs typeface="Corbel"/>
                <a:sym typeface="Corbel"/>
              </a:defRPr>
            </a:lvl6pPr>
            <a:lvl7pPr marR="0" lvl="6" algn="l" rtl="0">
              <a:spcBef>
                <a:spcPts val="0"/>
              </a:spcBef>
              <a:spcAft>
                <a:spcPts val="0"/>
              </a:spcAft>
              <a:buSzPts val="1400"/>
              <a:buNone/>
              <a:defRPr sz="1800" b="0" i="0" u="none" strike="noStrike" cap="none">
                <a:solidFill>
                  <a:schemeClr val="dk1"/>
                </a:solidFill>
                <a:latin typeface="Corbel"/>
                <a:ea typeface="Corbel"/>
                <a:cs typeface="Corbel"/>
                <a:sym typeface="Corbel"/>
              </a:defRPr>
            </a:lvl7pPr>
            <a:lvl8pPr marR="0" lvl="7" algn="l" rtl="0">
              <a:spcBef>
                <a:spcPts val="0"/>
              </a:spcBef>
              <a:spcAft>
                <a:spcPts val="0"/>
              </a:spcAft>
              <a:buSzPts val="1400"/>
              <a:buNone/>
              <a:defRPr sz="1800" b="0" i="0" u="none" strike="noStrike" cap="none">
                <a:solidFill>
                  <a:schemeClr val="dk1"/>
                </a:solidFill>
                <a:latin typeface="Corbel"/>
                <a:ea typeface="Corbel"/>
                <a:cs typeface="Corbel"/>
                <a:sym typeface="Corbel"/>
              </a:defRPr>
            </a:lvl8pPr>
            <a:lvl9pPr marR="0" lvl="8" algn="l" rtl="0">
              <a:spcBef>
                <a:spcPts val="0"/>
              </a:spcBef>
              <a:spcAft>
                <a:spcPts val="0"/>
              </a:spcAft>
              <a:buSzPts val="1400"/>
              <a:buNone/>
              <a:defRPr sz="1800" b="0" i="0" u="none" strike="noStrike" cap="none">
                <a:solidFill>
                  <a:schemeClr val="dk1"/>
                </a:solidFill>
                <a:latin typeface="Corbel"/>
                <a:ea typeface="Corbel"/>
                <a:cs typeface="Corbel"/>
                <a:sym typeface="Corbel"/>
              </a:defRPr>
            </a:lvl9pPr>
          </a:lstStyle>
          <a:p>
            <a:endParaRPr/>
          </a:p>
        </p:txBody>
      </p:sp>
      <p:sp>
        <p:nvSpPr>
          <p:cNvPr id="21" name="Google Shape;21;p1"/>
          <p:cNvSpPr txBox="1">
            <a:spLocks noGrp="1"/>
          </p:cNvSpPr>
          <p:nvPr>
            <p:ph type="sldNum" idx="12"/>
          </p:nvPr>
        </p:nvSpPr>
        <p:spPr>
          <a:xfrm>
            <a:off x="8273317" y="6116070"/>
            <a:ext cx="413483"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Clr>
                <a:schemeClr val="dk1"/>
              </a:buClr>
              <a:buSzPts val="1000"/>
              <a:buFont typeface="Corbel"/>
              <a:buNone/>
              <a:defRPr sz="1000" b="0" i="0" u="none" strike="noStrike" cap="none">
                <a:solidFill>
                  <a:schemeClr val="dk1"/>
                </a:solidFill>
                <a:latin typeface="Corbel"/>
                <a:ea typeface="Corbel"/>
                <a:cs typeface="Corbel"/>
                <a:sym typeface="Corbel"/>
              </a:defRPr>
            </a:lvl1pPr>
            <a:lvl2pPr marL="0" marR="0" lvl="1" indent="0" algn="r" rtl="0">
              <a:spcBef>
                <a:spcPts val="0"/>
              </a:spcBef>
              <a:spcAft>
                <a:spcPts val="0"/>
              </a:spcAft>
              <a:buClr>
                <a:schemeClr val="dk1"/>
              </a:buClr>
              <a:buSzPts val="1000"/>
              <a:buFont typeface="Corbel"/>
              <a:buNone/>
              <a:defRPr sz="1000" b="0" i="0" u="none" strike="noStrike" cap="none">
                <a:solidFill>
                  <a:schemeClr val="dk1"/>
                </a:solidFill>
                <a:latin typeface="Corbel"/>
                <a:ea typeface="Corbel"/>
                <a:cs typeface="Corbel"/>
                <a:sym typeface="Corbel"/>
              </a:defRPr>
            </a:lvl2pPr>
            <a:lvl3pPr marL="0" marR="0" lvl="2" indent="0" algn="r" rtl="0">
              <a:spcBef>
                <a:spcPts val="0"/>
              </a:spcBef>
              <a:spcAft>
                <a:spcPts val="0"/>
              </a:spcAft>
              <a:buClr>
                <a:schemeClr val="dk1"/>
              </a:buClr>
              <a:buSzPts val="1000"/>
              <a:buFont typeface="Corbel"/>
              <a:buNone/>
              <a:defRPr sz="1000" b="0" i="0" u="none" strike="noStrike" cap="none">
                <a:solidFill>
                  <a:schemeClr val="dk1"/>
                </a:solidFill>
                <a:latin typeface="Corbel"/>
                <a:ea typeface="Corbel"/>
                <a:cs typeface="Corbel"/>
                <a:sym typeface="Corbel"/>
              </a:defRPr>
            </a:lvl3pPr>
            <a:lvl4pPr marL="0" marR="0" lvl="3" indent="0" algn="r" rtl="0">
              <a:spcBef>
                <a:spcPts val="0"/>
              </a:spcBef>
              <a:spcAft>
                <a:spcPts val="0"/>
              </a:spcAft>
              <a:buClr>
                <a:schemeClr val="dk1"/>
              </a:buClr>
              <a:buSzPts val="1000"/>
              <a:buFont typeface="Corbel"/>
              <a:buNone/>
              <a:defRPr sz="1000" b="0" i="0" u="none" strike="noStrike" cap="none">
                <a:solidFill>
                  <a:schemeClr val="dk1"/>
                </a:solidFill>
                <a:latin typeface="Corbel"/>
                <a:ea typeface="Corbel"/>
                <a:cs typeface="Corbel"/>
                <a:sym typeface="Corbel"/>
              </a:defRPr>
            </a:lvl4pPr>
            <a:lvl5pPr marL="0" marR="0" lvl="4" indent="0" algn="r" rtl="0">
              <a:spcBef>
                <a:spcPts val="0"/>
              </a:spcBef>
              <a:spcAft>
                <a:spcPts val="0"/>
              </a:spcAft>
              <a:buClr>
                <a:schemeClr val="dk1"/>
              </a:buClr>
              <a:buSzPts val="1000"/>
              <a:buFont typeface="Corbel"/>
              <a:buNone/>
              <a:defRPr sz="1000" b="0" i="0" u="none" strike="noStrike" cap="none">
                <a:solidFill>
                  <a:schemeClr val="dk1"/>
                </a:solidFill>
                <a:latin typeface="Corbel"/>
                <a:ea typeface="Corbel"/>
                <a:cs typeface="Corbel"/>
                <a:sym typeface="Corbel"/>
              </a:defRPr>
            </a:lvl5pPr>
            <a:lvl6pPr marL="0" marR="0" lvl="5" indent="0" algn="r" rtl="0">
              <a:spcBef>
                <a:spcPts val="0"/>
              </a:spcBef>
              <a:spcAft>
                <a:spcPts val="0"/>
              </a:spcAft>
              <a:buClr>
                <a:schemeClr val="dk1"/>
              </a:buClr>
              <a:buSzPts val="1000"/>
              <a:buFont typeface="Corbel"/>
              <a:buNone/>
              <a:defRPr sz="1000" b="0" i="0" u="none" strike="noStrike" cap="none">
                <a:solidFill>
                  <a:schemeClr val="dk1"/>
                </a:solidFill>
                <a:latin typeface="Corbel"/>
                <a:ea typeface="Corbel"/>
                <a:cs typeface="Corbel"/>
                <a:sym typeface="Corbel"/>
              </a:defRPr>
            </a:lvl6pPr>
            <a:lvl7pPr marL="0" marR="0" lvl="6" indent="0" algn="r" rtl="0">
              <a:spcBef>
                <a:spcPts val="0"/>
              </a:spcBef>
              <a:spcAft>
                <a:spcPts val="0"/>
              </a:spcAft>
              <a:buClr>
                <a:schemeClr val="dk1"/>
              </a:buClr>
              <a:buSzPts val="1000"/>
              <a:buFont typeface="Corbel"/>
              <a:buNone/>
              <a:defRPr sz="1000" b="0" i="0" u="none" strike="noStrike" cap="none">
                <a:solidFill>
                  <a:schemeClr val="dk1"/>
                </a:solidFill>
                <a:latin typeface="Corbel"/>
                <a:ea typeface="Corbel"/>
                <a:cs typeface="Corbel"/>
                <a:sym typeface="Corbel"/>
              </a:defRPr>
            </a:lvl7pPr>
            <a:lvl8pPr marL="0" marR="0" lvl="7" indent="0" algn="r" rtl="0">
              <a:spcBef>
                <a:spcPts val="0"/>
              </a:spcBef>
              <a:spcAft>
                <a:spcPts val="0"/>
              </a:spcAft>
              <a:buClr>
                <a:schemeClr val="dk1"/>
              </a:buClr>
              <a:buSzPts val="1000"/>
              <a:buFont typeface="Corbel"/>
              <a:buNone/>
              <a:defRPr sz="1000" b="0" i="0" u="none" strike="noStrike" cap="none">
                <a:solidFill>
                  <a:schemeClr val="dk1"/>
                </a:solidFill>
                <a:latin typeface="Corbel"/>
                <a:ea typeface="Corbel"/>
                <a:cs typeface="Corbel"/>
                <a:sym typeface="Corbel"/>
              </a:defRPr>
            </a:lvl8pPr>
            <a:lvl9pPr marL="0" marR="0" lvl="8" indent="0" algn="r" rtl="0">
              <a:spcBef>
                <a:spcPts val="0"/>
              </a:spcBef>
              <a:spcAft>
                <a:spcPts val="0"/>
              </a:spcAft>
              <a:buClr>
                <a:schemeClr val="dk1"/>
              </a:buClr>
              <a:buSzPts val="1000"/>
              <a:buFont typeface="Corbel"/>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doi.org/10.1016/j.forpol.2011.08.012"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9"/>
          <p:cNvSpPr txBox="1">
            <a:spLocks noGrp="1"/>
          </p:cNvSpPr>
          <p:nvPr>
            <p:ph type="ctrTitle"/>
          </p:nvPr>
        </p:nvSpPr>
        <p:spPr>
          <a:xfrm>
            <a:off x="1324600" y="1215700"/>
            <a:ext cx="6912600" cy="10581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chemeClr val="dk1"/>
              </a:buClr>
              <a:buSzPts val="4800"/>
              <a:buFont typeface="Constantia"/>
              <a:buNone/>
            </a:pPr>
            <a:r>
              <a:rPr lang="en-US" sz="2400" b="1" dirty="0" err="1">
                <a:latin typeface="Times New Roman" panose="02020603050405020304" pitchFamily="18" charset="0"/>
                <a:ea typeface="Arial"/>
                <a:cs typeface="Times New Roman" panose="02020603050405020304" pitchFamily="18" charset="0"/>
                <a:sym typeface="Arial"/>
              </a:rPr>
              <a:t>FireSentry</a:t>
            </a:r>
            <a:r>
              <a:rPr lang="en-US" sz="2400" b="1" dirty="0">
                <a:latin typeface="Times New Roman" panose="02020603050405020304" pitchFamily="18" charset="0"/>
                <a:ea typeface="Arial"/>
                <a:cs typeface="Times New Roman" panose="02020603050405020304" pitchFamily="18" charset="0"/>
                <a:sym typeface="Arial"/>
              </a:rPr>
              <a:t>: An AI-Driven Early Warning System for Forest </a:t>
            </a:r>
            <a:r>
              <a:rPr lang="en-US" sz="2800" b="1" dirty="0">
                <a:latin typeface="Times New Roman" panose="02020603050405020304" pitchFamily="18" charset="0"/>
                <a:ea typeface="Arial"/>
                <a:cs typeface="Times New Roman" panose="02020603050405020304" pitchFamily="18" charset="0"/>
                <a:sym typeface="Arial"/>
              </a:rPr>
              <a:t>Fire</a:t>
            </a:r>
            <a:r>
              <a:rPr lang="en-US" sz="2400" b="1" dirty="0">
                <a:latin typeface="Times New Roman" panose="02020603050405020304" pitchFamily="18" charset="0"/>
                <a:ea typeface="Arial"/>
                <a:cs typeface="Times New Roman" panose="02020603050405020304" pitchFamily="18" charset="0"/>
                <a:sym typeface="Arial"/>
              </a:rPr>
              <a:t> Risk Prediction in Uttarakhand</a:t>
            </a:r>
            <a:endParaRPr sz="2400" b="1" dirty="0">
              <a:latin typeface="Times New Roman" panose="02020603050405020304" pitchFamily="18" charset="0"/>
              <a:cs typeface="Times New Roman" panose="02020603050405020304" pitchFamily="18" charset="0"/>
            </a:endParaRPr>
          </a:p>
        </p:txBody>
      </p:sp>
      <p:sp>
        <p:nvSpPr>
          <p:cNvPr id="153" name="Google Shape;153;p19"/>
          <p:cNvSpPr txBox="1">
            <a:spLocks noGrp="1"/>
          </p:cNvSpPr>
          <p:nvPr>
            <p:ph type="subTitle" idx="1"/>
          </p:nvPr>
        </p:nvSpPr>
        <p:spPr>
          <a:xfrm>
            <a:off x="1187450" y="4311650"/>
            <a:ext cx="6912610" cy="1875155"/>
          </a:xfrm>
          <a:prstGeom prst="rect">
            <a:avLst/>
          </a:prstGeom>
          <a:noFill/>
          <a:ln>
            <a:noFill/>
          </a:ln>
        </p:spPr>
        <p:txBody>
          <a:bodyPr spcFirstLastPara="1" wrap="square" lIns="91425" tIns="45700" rIns="91425" bIns="45700" anchor="t" anchorCtr="0">
            <a:normAutofit fontScale="32500" lnSpcReduction="20000"/>
          </a:bodyPr>
          <a:lstStyle/>
          <a:p>
            <a:pPr marL="0" lvl="0" indent="0" algn="ctr" rtl="0">
              <a:spcBef>
                <a:spcPts val="0"/>
              </a:spcBef>
              <a:spcAft>
                <a:spcPts val="0"/>
              </a:spcAft>
              <a:buSzPct val="302222"/>
              <a:buNone/>
            </a:pPr>
            <a:r>
              <a:rPr lang="en-US" sz="1800" dirty="0">
                <a:solidFill>
                  <a:srgbClr val="000000"/>
                </a:solidFill>
              </a:rPr>
              <a:t> </a:t>
            </a:r>
            <a:endParaRPr sz="1800" dirty="0">
              <a:solidFill>
                <a:srgbClr val="000000"/>
              </a:solidFill>
            </a:endParaRPr>
          </a:p>
          <a:p>
            <a:pPr marL="0" lvl="0" indent="0" algn="l" rtl="0">
              <a:spcBef>
                <a:spcPts val="0"/>
              </a:spcBef>
              <a:spcAft>
                <a:spcPts val="0"/>
              </a:spcAft>
              <a:buSzPct val="302222"/>
              <a:buNone/>
            </a:pPr>
            <a:r>
              <a:rPr lang="en-US" sz="1800" dirty="0">
                <a:solidFill>
                  <a:srgbClr val="000000"/>
                </a:solidFill>
              </a:rPr>
              <a:t>                       </a:t>
            </a:r>
            <a:endParaRPr sz="1800" dirty="0"/>
          </a:p>
          <a:p>
            <a:pPr marL="0" lvl="0" indent="0" algn="ctr" rtl="0">
              <a:spcBef>
                <a:spcPts val="480"/>
              </a:spcBef>
              <a:spcAft>
                <a:spcPts val="0"/>
              </a:spcAft>
              <a:buSzPct val="302222"/>
              <a:buNone/>
            </a:pPr>
            <a:endParaRPr sz="1800" dirty="0">
              <a:solidFill>
                <a:srgbClr val="000000"/>
              </a:solidFill>
            </a:endParaRPr>
          </a:p>
          <a:p>
            <a:pPr marL="0" lvl="0" indent="0" algn="l" rtl="0">
              <a:spcBef>
                <a:spcPts val="480"/>
              </a:spcBef>
              <a:spcAft>
                <a:spcPts val="0"/>
              </a:spcAft>
              <a:buSzPct val="302222"/>
              <a:buNone/>
            </a:pPr>
            <a:endParaRPr sz="1800" dirty="0">
              <a:solidFill>
                <a:srgbClr val="000000"/>
              </a:solidFill>
            </a:endParaRPr>
          </a:p>
          <a:p>
            <a:pPr marL="0" lvl="0" indent="0" algn="ctr" rtl="0">
              <a:spcBef>
                <a:spcPts val="480"/>
              </a:spcBef>
              <a:spcAft>
                <a:spcPts val="0"/>
              </a:spcAft>
              <a:buSzPct val="302222"/>
              <a:buNone/>
            </a:pPr>
            <a:endParaRPr sz="1800" dirty="0">
              <a:solidFill>
                <a:srgbClr val="000000"/>
              </a:solidFill>
            </a:endParaRPr>
          </a:p>
          <a:p>
            <a:pPr marL="0" lvl="0" indent="0" algn="ctr" rtl="0">
              <a:spcBef>
                <a:spcPts val="480"/>
              </a:spcBef>
              <a:spcAft>
                <a:spcPts val="0"/>
              </a:spcAft>
              <a:buSzPct val="96407"/>
              <a:buNone/>
            </a:pPr>
            <a:r>
              <a:rPr lang="en-US" sz="5642" dirty="0">
                <a:solidFill>
                  <a:srgbClr val="000000"/>
                </a:solidFill>
                <a:latin typeface="Times New Roman"/>
                <a:ea typeface="Times New Roman"/>
                <a:cs typeface="Times New Roman"/>
                <a:sym typeface="Times New Roman"/>
              </a:rPr>
              <a:t>Guide: </a:t>
            </a:r>
            <a:r>
              <a:rPr lang="en-US" sz="5642" dirty="0">
                <a:latin typeface="Times New Roman"/>
                <a:ea typeface="Times New Roman"/>
                <a:cs typeface="Times New Roman"/>
                <a:sym typeface="Times New Roman"/>
              </a:rPr>
              <a:t>Dr. M V Sudhamani</a:t>
            </a:r>
            <a:endParaRPr sz="2107" dirty="0"/>
          </a:p>
          <a:p>
            <a:pPr marL="0" lvl="0" indent="0" algn="ctr" rtl="0">
              <a:spcBef>
                <a:spcPts val="480"/>
              </a:spcBef>
              <a:spcAft>
                <a:spcPts val="0"/>
              </a:spcAft>
              <a:buSzPct val="96407"/>
              <a:buNone/>
            </a:pPr>
            <a:r>
              <a:rPr lang="en-US" sz="5642" dirty="0">
                <a:solidFill>
                  <a:srgbClr val="000000"/>
                </a:solidFill>
                <a:latin typeface="Times New Roman"/>
                <a:ea typeface="Times New Roman"/>
                <a:cs typeface="Times New Roman"/>
                <a:sym typeface="Times New Roman"/>
              </a:rPr>
              <a:t>Designation: Professor</a:t>
            </a:r>
            <a:endParaRPr sz="5642" dirty="0">
              <a:latin typeface="Times New Roman"/>
              <a:ea typeface="Times New Roman"/>
              <a:cs typeface="Times New Roman"/>
              <a:sym typeface="Times New Roman"/>
            </a:endParaRPr>
          </a:p>
          <a:p>
            <a:pPr marL="0" lvl="0" indent="0" algn="ctr" rtl="0">
              <a:spcBef>
                <a:spcPts val="480"/>
              </a:spcBef>
              <a:spcAft>
                <a:spcPts val="0"/>
              </a:spcAft>
              <a:buSzPct val="96407"/>
              <a:buNone/>
            </a:pPr>
            <a:r>
              <a:rPr lang="en-US" sz="5642" dirty="0">
                <a:solidFill>
                  <a:srgbClr val="000000"/>
                </a:solidFill>
                <a:latin typeface="Times New Roman"/>
                <a:ea typeface="Times New Roman"/>
                <a:cs typeface="Times New Roman"/>
                <a:sym typeface="Times New Roman"/>
              </a:rPr>
              <a:t>Department of Computer Science &amp; Engineering</a:t>
            </a:r>
            <a:endParaRPr sz="5642" dirty="0">
              <a:latin typeface="Times New Roman"/>
              <a:ea typeface="Times New Roman"/>
              <a:cs typeface="Times New Roman"/>
              <a:sym typeface="Times New Roman"/>
            </a:endParaRPr>
          </a:p>
          <a:p>
            <a:pPr marL="0" lvl="0" indent="0" algn="ctr" rtl="0">
              <a:spcBef>
                <a:spcPts val="480"/>
              </a:spcBef>
              <a:spcAft>
                <a:spcPts val="0"/>
              </a:spcAft>
              <a:buSzPct val="96407"/>
              <a:buNone/>
            </a:pPr>
            <a:r>
              <a:rPr lang="en-US" sz="5642" dirty="0">
                <a:solidFill>
                  <a:srgbClr val="000000"/>
                </a:solidFill>
                <a:latin typeface="Times New Roman"/>
                <a:ea typeface="Times New Roman"/>
                <a:cs typeface="Times New Roman"/>
                <a:sym typeface="Times New Roman"/>
              </a:rPr>
              <a:t>B.M.S. College of Engineering</a:t>
            </a:r>
            <a:endParaRPr sz="5642" dirty="0">
              <a:latin typeface="Times New Roman"/>
              <a:ea typeface="Times New Roman"/>
              <a:cs typeface="Times New Roman"/>
              <a:sym typeface="Times New Roman"/>
            </a:endParaRPr>
          </a:p>
        </p:txBody>
      </p:sp>
      <p:pic>
        <p:nvPicPr>
          <p:cNvPr id="154" name="Google Shape;154;p19"/>
          <p:cNvPicPr preferRelativeResize="0"/>
          <p:nvPr/>
        </p:nvPicPr>
        <p:blipFill rotWithShape="1">
          <a:blip r:embed="rId3">
            <a:alphaModFix/>
          </a:blip>
          <a:srcRect/>
          <a:stretch/>
        </p:blipFill>
        <p:spPr>
          <a:xfrm>
            <a:off x="7622575" y="476674"/>
            <a:ext cx="851975" cy="739035"/>
          </a:xfrm>
          <a:prstGeom prst="rect">
            <a:avLst/>
          </a:prstGeom>
          <a:noFill/>
          <a:ln>
            <a:noFill/>
          </a:ln>
        </p:spPr>
      </p:pic>
      <p:graphicFrame>
        <p:nvGraphicFramePr>
          <p:cNvPr id="155" name="Google Shape;155;p19"/>
          <p:cNvGraphicFramePr/>
          <p:nvPr/>
        </p:nvGraphicFramePr>
        <p:xfrm>
          <a:off x="2059305" y="3081050"/>
          <a:ext cx="5443200" cy="1584900"/>
        </p:xfrm>
        <a:graphic>
          <a:graphicData uri="http://schemas.openxmlformats.org/drawingml/2006/table">
            <a:tbl>
              <a:tblPr>
                <a:noFill/>
                <a:tableStyleId>{51CFEA25-C783-4924-AB34-857E831B50A3}</a:tableStyleId>
              </a:tblPr>
              <a:tblGrid>
                <a:gridCol w="2721600">
                  <a:extLst>
                    <a:ext uri="{9D8B030D-6E8A-4147-A177-3AD203B41FA5}">
                      <a16:colId xmlns:a16="http://schemas.microsoft.com/office/drawing/2014/main" val="20000"/>
                    </a:ext>
                  </a:extLst>
                </a:gridCol>
                <a:gridCol w="2721600">
                  <a:extLst>
                    <a:ext uri="{9D8B030D-6E8A-4147-A177-3AD203B41FA5}">
                      <a16:colId xmlns:a16="http://schemas.microsoft.com/office/drawing/2014/main" val="20001"/>
                    </a:ext>
                  </a:extLst>
                </a:gridCol>
              </a:tblGrid>
              <a:tr h="899300">
                <a:tc>
                  <a:txBody>
                    <a:bodyPr/>
                    <a:lstStyle/>
                    <a:p>
                      <a:pPr marL="0" marR="0" lvl="0" indent="0" algn="l" rtl="0">
                        <a:spcBef>
                          <a:spcPts val="0"/>
                        </a:spcBef>
                        <a:spcAft>
                          <a:spcPts val="0"/>
                        </a:spcAft>
                        <a:buClr>
                          <a:schemeClr val="dk1"/>
                        </a:buClr>
                        <a:buSzPts val="1600"/>
                        <a:buFont typeface="Times New Roman"/>
                        <a:buNone/>
                      </a:pPr>
                      <a:r>
                        <a:rPr lang="en-US" sz="1600">
                          <a:latin typeface="Times New Roman"/>
                          <a:ea typeface="Times New Roman"/>
                          <a:cs typeface="Times New Roman"/>
                          <a:sym typeface="Times New Roman"/>
                        </a:rPr>
                        <a:t>Sam Manu Jacob</a:t>
                      </a:r>
                      <a:endParaRPr/>
                    </a:p>
                    <a:p>
                      <a:pPr marL="0" marR="0" lvl="0" indent="0" algn="l" rtl="0">
                        <a:spcBef>
                          <a:spcPts val="0"/>
                        </a:spcBef>
                        <a:spcAft>
                          <a:spcPts val="0"/>
                        </a:spcAft>
                        <a:buClr>
                          <a:schemeClr val="dk1"/>
                        </a:buClr>
                        <a:buSzPts val="1600"/>
                        <a:buFont typeface="Times New Roman"/>
                        <a:buNone/>
                      </a:pPr>
                      <a:r>
                        <a:rPr lang="en-US" sz="1600" u="none" strike="noStrike" cap="none">
                          <a:latin typeface="Times New Roman"/>
                          <a:ea typeface="Times New Roman"/>
                          <a:cs typeface="Times New Roman"/>
                          <a:sym typeface="Times New Roman"/>
                        </a:rPr>
                        <a:t>S</a:t>
                      </a:r>
                      <a:r>
                        <a:rPr lang="en-US" sz="1600">
                          <a:latin typeface="Times New Roman"/>
                          <a:ea typeface="Times New Roman"/>
                          <a:cs typeface="Times New Roman"/>
                          <a:sym typeface="Times New Roman"/>
                        </a:rPr>
                        <a:t>anjana Srinivas</a:t>
                      </a:r>
                      <a:endParaRPr/>
                    </a:p>
                    <a:p>
                      <a:pPr marL="0" marR="0" lvl="0" indent="0" algn="l" rtl="0">
                        <a:spcBef>
                          <a:spcPts val="0"/>
                        </a:spcBef>
                        <a:spcAft>
                          <a:spcPts val="0"/>
                        </a:spcAft>
                        <a:buClr>
                          <a:schemeClr val="dk1"/>
                        </a:buClr>
                        <a:buSzPts val="1600"/>
                        <a:buFont typeface="Times New Roman"/>
                        <a:buNone/>
                      </a:pPr>
                      <a:r>
                        <a:rPr lang="en-US" sz="1600" u="none" strike="noStrike" cap="none">
                          <a:latin typeface="Times New Roman"/>
                          <a:ea typeface="Times New Roman"/>
                          <a:cs typeface="Times New Roman"/>
                          <a:sym typeface="Times New Roman"/>
                        </a:rPr>
                        <a:t>S</a:t>
                      </a:r>
                      <a:r>
                        <a:rPr lang="en-US" sz="1600">
                          <a:latin typeface="Times New Roman"/>
                          <a:ea typeface="Times New Roman"/>
                          <a:cs typeface="Times New Roman"/>
                          <a:sym typeface="Times New Roman"/>
                        </a:rPr>
                        <a:t>hashank U</a:t>
                      </a:r>
                      <a:endParaRPr/>
                    </a:p>
                    <a:p>
                      <a:pPr marL="0" marR="0" lvl="0" indent="0" algn="l" rtl="0">
                        <a:spcBef>
                          <a:spcPts val="0"/>
                        </a:spcBef>
                        <a:spcAft>
                          <a:spcPts val="0"/>
                        </a:spcAft>
                        <a:buClr>
                          <a:schemeClr val="dk1"/>
                        </a:buClr>
                        <a:buSzPts val="1600"/>
                        <a:buFont typeface="Times New Roman"/>
                        <a:buNone/>
                      </a:pPr>
                      <a:r>
                        <a:rPr lang="en-US" sz="1600">
                          <a:latin typeface="Times New Roman"/>
                          <a:ea typeface="Times New Roman"/>
                          <a:cs typeface="Times New Roman"/>
                          <a:sym typeface="Times New Roman"/>
                        </a:rPr>
                        <a:t>Siripurapu Manaswi</a:t>
                      </a:r>
                      <a:endParaRPr sz="160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600"/>
                        <a:buFont typeface="Times New Roman"/>
                        <a:buNone/>
                      </a:pPr>
                      <a:r>
                        <a:rPr lang="en-US" sz="1600" u="none" strike="noStrike" cap="none">
                          <a:latin typeface="Times New Roman"/>
                          <a:ea typeface="Times New Roman"/>
                          <a:cs typeface="Times New Roman"/>
                          <a:sym typeface="Times New Roman"/>
                        </a:rPr>
                        <a:t>1BM23CS</a:t>
                      </a:r>
                      <a:r>
                        <a:rPr lang="en-US" sz="1600">
                          <a:latin typeface="Times New Roman"/>
                          <a:ea typeface="Times New Roman"/>
                          <a:cs typeface="Times New Roman"/>
                          <a:sym typeface="Times New Roman"/>
                        </a:rPr>
                        <a:t>291</a:t>
                      </a:r>
                      <a:endParaRPr/>
                    </a:p>
                    <a:p>
                      <a:pPr marL="0" marR="0" lvl="0" indent="0" algn="ctr" rtl="0">
                        <a:spcBef>
                          <a:spcPts val="0"/>
                        </a:spcBef>
                        <a:spcAft>
                          <a:spcPts val="0"/>
                        </a:spcAft>
                        <a:buClr>
                          <a:schemeClr val="dk1"/>
                        </a:buClr>
                        <a:buSzPts val="1600"/>
                        <a:buFont typeface="Times New Roman"/>
                        <a:buNone/>
                      </a:pPr>
                      <a:r>
                        <a:rPr lang="en-US" sz="1600" u="none" strike="noStrike" cap="none">
                          <a:latin typeface="Times New Roman"/>
                          <a:ea typeface="Times New Roman"/>
                          <a:cs typeface="Times New Roman"/>
                          <a:sym typeface="Times New Roman"/>
                        </a:rPr>
                        <a:t>1BM23CS3</a:t>
                      </a:r>
                      <a:r>
                        <a:rPr lang="en-US" sz="1600">
                          <a:latin typeface="Times New Roman"/>
                          <a:ea typeface="Times New Roman"/>
                          <a:cs typeface="Times New Roman"/>
                          <a:sym typeface="Times New Roman"/>
                        </a:rPr>
                        <a:t>01</a:t>
                      </a:r>
                      <a:endParaRPr/>
                    </a:p>
                    <a:p>
                      <a:pPr marL="0" marR="0" lvl="0" indent="0" algn="ctr" rtl="0">
                        <a:spcBef>
                          <a:spcPts val="0"/>
                        </a:spcBef>
                        <a:spcAft>
                          <a:spcPts val="0"/>
                        </a:spcAft>
                        <a:buClr>
                          <a:schemeClr val="dk1"/>
                        </a:buClr>
                        <a:buSzPts val="1600"/>
                        <a:buFont typeface="Times New Roman"/>
                        <a:buNone/>
                      </a:pPr>
                      <a:r>
                        <a:rPr lang="en-US" sz="1600" u="none" strike="noStrike" cap="none">
                          <a:latin typeface="Times New Roman"/>
                          <a:ea typeface="Times New Roman"/>
                          <a:cs typeface="Times New Roman"/>
                          <a:sym typeface="Times New Roman"/>
                        </a:rPr>
                        <a:t>1BM23CS3</a:t>
                      </a:r>
                      <a:r>
                        <a:rPr lang="en-US" sz="1600">
                          <a:latin typeface="Times New Roman"/>
                          <a:ea typeface="Times New Roman"/>
                          <a:cs typeface="Times New Roman"/>
                          <a:sym typeface="Times New Roman"/>
                        </a:rPr>
                        <a:t>14</a:t>
                      </a:r>
                      <a:endParaRPr/>
                    </a:p>
                    <a:p>
                      <a:pPr marL="0" marR="0" lvl="0" indent="0" algn="ctr" rtl="0">
                        <a:spcBef>
                          <a:spcPts val="0"/>
                        </a:spcBef>
                        <a:spcAft>
                          <a:spcPts val="0"/>
                        </a:spcAft>
                        <a:buClr>
                          <a:schemeClr val="dk1"/>
                        </a:buClr>
                        <a:buSzPts val="1600"/>
                        <a:buFont typeface="Times New Roman"/>
                        <a:buNone/>
                      </a:pPr>
                      <a:r>
                        <a:rPr lang="en-US" sz="1600" u="none" strike="noStrike" cap="none">
                          <a:latin typeface="Times New Roman"/>
                          <a:ea typeface="Times New Roman"/>
                          <a:cs typeface="Times New Roman"/>
                          <a:sym typeface="Times New Roman"/>
                        </a:rPr>
                        <a:t>1BM23CS3</a:t>
                      </a:r>
                      <a:r>
                        <a:rPr lang="en-US" sz="1600">
                          <a:latin typeface="Times New Roman"/>
                          <a:ea typeface="Times New Roman"/>
                          <a:cs typeface="Times New Roman"/>
                          <a:sym typeface="Times New Roman"/>
                        </a:rPr>
                        <a:t>31</a:t>
                      </a:r>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r h="331300">
                <a:tc>
                  <a:txBody>
                    <a:bodyPr/>
                    <a:lstStyle/>
                    <a:p>
                      <a:pPr marL="0" marR="0" lvl="0" indent="0" algn="l" rtl="0">
                        <a:spcBef>
                          <a:spcPts val="0"/>
                        </a:spcBef>
                        <a:spcAft>
                          <a:spcPts val="0"/>
                        </a:spcAft>
                        <a:buClr>
                          <a:schemeClr val="dk1"/>
                        </a:buClr>
                        <a:buSzPts val="1600"/>
                        <a:buFont typeface="Corbel"/>
                        <a:buNone/>
                      </a:pPr>
                      <a:endParaRPr sz="16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600"/>
                        <a:buFont typeface="Corbel"/>
                        <a:buNone/>
                      </a:pPr>
                      <a:endParaRPr sz="16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0"/>
          <p:cNvSpPr txBox="1">
            <a:spLocks noGrp="1"/>
          </p:cNvSpPr>
          <p:nvPr>
            <p:ph type="title"/>
          </p:nvPr>
        </p:nvSpPr>
        <p:spPr>
          <a:xfrm>
            <a:off x="982133" y="457201"/>
            <a:ext cx="7704667" cy="19812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onstantia"/>
              <a:buNone/>
            </a:pPr>
            <a:r>
              <a:rPr lang="en-US" sz="2800" b="1" dirty="0">
                <a:latin typeface="Times New Roman" panose="02020603050405020304" pitchFamily="18" charset="0"/>
                <a:cs typeface="Times New Roman" panose="02020603050405020304" pitchFamily="18" charset="0"/>
              </a:rPr>
              <a:t>OUTLINE</a:t>
            </a:r>
            <a:endParaRPr sz="2400" b="1" dirty="0">
              <a:latin typeface="Times New Roman" panose="02020603050405020304" pitchFamily="18" charset="0"/>
              <a:cs typeface="Times New Roman" panose="02020603050405020304" pitchFamily="18" charset="0"/>
            </a:endParaRPr>
          </a:p>
        </p:txBody>
      </p:sp>
      <p:sp>
        <p:nvSpPr>
          <p:cNvPr id="165" name="Google Shape;165;p20"/>
          <p:cNvSpPr txBox="1">
            <a:spLocks noGrp="1"/>
          </p:cNvSpPr>
          <p:nvPr>
            <p:ph type="body" idx="1"/>
          </p:nvPr>
        </p:nvSpPr>
        <p:spPr>
          <a:xfrm>
            <a:off x="1828800" y="2835666"/>
            <a:ext cx="5830750" cy="2887433"/>
          </a:xfrm>
          <a:prstGeom prst="rect">
            <a:avLst/>
          </a:prstGeom>
          <a:noFill/>
          <a:ln>
            <a:noFill/>
          </a:ln>
        </p:spPr>
        <p:txBody>
          <a:bodyPr spcFirstLastPara="1" wrap="square" lIns="91425" tIns="45700" rIns="91425" bIns="45700" anchor="t" anchorCtr="0">
            <a:normAutofit/>
          </a:bodyPr>
          <a:lstStyle/>
          <a:p>
            <a:pPr marL="457200" lvl="0" indent="-429260" algn="just" rtl="0">
              <a:spcBef>
                <a:spcPts val="0"/>
              </a:spcBef>
              <a:spcAft>
                <a:spcPts val="0"/>
              </a:spcAft>
              <a:buSzPts val="1600"/>
              <a:buFont typeface="Times New Roman"/>
              <a:buAutoNum type="arabicPeriod"/>
            </a:pPr>
            <a:r>
              <a:rPr lang="en-US" sz="2000">
                <a:latin typeface="Times New Roman"/>
                <a:ea typeface="Times New Roman"/>
                <a:cs typeface="Times New Roman"/>
                <a:sym typeface="Times New Roman"/>
              </a:rPr>
              <a:t>Introduction </a:t>
            </a:r>
            <a:endParaRPr sz="2000">
              <a:latin typeface="Times New Roman"/>
              <a:ea typeface="Times New Roman"/>
              <a:cs typeface="Times New Roman"/>
              <a:sym typeface="Times New Roman"/>
            </a:endParaRPr>
          </a:p>
          <a:p>
            <a:pPr marL="457200" lvl="0" indent="-429260" algn="just" rtl="0">
              <a:spcBef>
                <a:spcPts val="480"/>
              </a:spcBef>
              <a:spcAft>
                <a:spcPts val="0"/>
              </a:spcAft>
              <a:buSzPts val="1600"/>
              <a:buFont typeface="Times New Roman"/>
              <a:buAutoNum type="arabicPeriod"/>
            </a:pPr>
            <a:r>
              <a:rPr lang="en-US" sz="2000">
                <a:latin typeface="Times New Roman"/>
                <a:ea typeface="Times New Roman"/>
                <a:cs typeface="Times New Roman"/>
                <a:sym typeface="Times New Roman"/>
              </a:rPr>
              <a:t>Problem Statement</a:t>
            </a:r>
            <a:endParaRPr sz="2000">
              <a:latin typeface="Times New Roman"/>
              <a:ea typeface="Times New Roman"/>
              <a:cs typeface="Times New Roman"/>
              <a:sym typeface="Times New Roman"/>
            </a:endParaRPr>
          </a:p>
          <a:p>
            <a:pPr marL="457200" lvl="0" indent="-429260" algn="just" rtl="0">
              <a:spcBef>
                <a:spcPts val="480"/>
              </a:spcBef>
              <a:spcAft>
                <a:spcPts val="0"/>
              </a:spcAft>
              <a:buSzPts val="1600"/>
              <a:buFont typeface="Times New Roman"/>
              <a:buAutoNum type="arabicPeriod"/>
            </a:pPr>
            <a:r>
              <a:rPr lang="en-US" sz="2000">
                <a:latin typeface="Times New Roman"/>
                <a:ea typeface="Times New Roman"/>
                <a:cs typeface="Times New Roman"/>
                <a:sym typeface="Times New Roman"/>
              </a:rPr>
              <a:t>Literature Survey </a:t>
            </a:r>
            <a:endParaRPr sz="2000">
              <a:latin typeface="Times New Roman"/>
              <a:ea typeface="Times New Roman"/>
              <a:cs typeface="Times New Roman"/>
              <a:sym typeface="Times New Roman"/>
            </a:endParaRPr>
          </a:p>
          <a:p>
            <a:pPr marL="457200" lvl="0" indent="-429260" algn="just" rtl="0">
              <a:spcBef>
                <a:spcPts val="480"/>
              </a:spcBef>
              <a:spcAft>
                <a:spcPts val="0"/>
              </a:spcAft>
              <a:buSzPts val="1600"/>
              <a:buFont typeface="Times New Roman"/>
              <a:buAutoNum type="arabicPeriod"/>
            </a:pPr>
            <a:r>
              <a:rPr lang="en-US" sz="2000">
                <a:latin typeface="Times New Roman"/>
                <a:ea typeface="Times New Roman"/>
                <a:cs typeface="Times New Roman"/>
                <a:sym typeface="Times New Roman"/>
              </a:rPr>
              <a:t>References</a:t>
            </a:r>
            <a:endParaRPr sz="2000">
              <a:latin typeface="Times New Roman"/>
              <a:ea typeface="Times New Roman"/>
              <a:cs typeface="Times New Roman"/>
              <a:sym typeface="Times New Roman"/>
            </a:endParaRPr>
          </a:p>
          <a:p>
            <a:pPr marL="457200" lvl="0" indent="-327660" algn="just" rtl="0">
              <a:spcBef>
                <a:spcPts val="480"/>
              </a:spcBef>
              <a:spcAft>
                <a:spcPts val="0"/>
              </a:spcAft>
              <a:buSzPts val="2040"/>
              <a:buNone/>
            </a:pPr>
            <a:endParaRPr/>
          </a:p>
          <a:p>
            <a:pPr marL="457200" lvl="0" indent="-327660" algn="l" rtl="0">
              <a:spcBef>
                <a:spcPts val="480"/>
              </a:spcBef>
              <a:spcAft>
                <a:spcPts val="0"/>
              </a:spcAft>
              <a:buSzPts val="2040"/>
              <a:buNone/>
            </a:pPr>
            <a:endParaRPr/>
          </a:p>
          <a:p>
            <a:pPr marL="0" lvl="0" indent="0" algn="l" rtl="0">
              <a:spcBef>
                <a:spcPts val="480"/>
              </a:spcBef>
              <a:spcAft>
                <a:spcPts val="0"/>
              </a:spcAft>
              <a:buSzPts val="2040"/>
              <a:buNone/>
            </a:pPr>
            <a:endParaRPr/>
          </a:p>
        </p:txBody>
      </p:sp>
      <p:sp>
        <p:nvSpPr>
          <p:cNvPr id="166" name="Google Shape;166;p20"/>
          <p:cNvSpPr txBox="1">
            <a:spLocks noGrp="1"/>
          </p:cNvSpPr>
          <p:nvPr>
            <p:ph type="sldNum" idx="12"/>
          </p:nvPr>
        </p:nvSpPr>
        <p:spPr>
          <a:xfrm>
            <a:off x="8258967" y="6108173"/>
            <a:ext cx="4278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chemeClr val="dk1"/>
              </a:buClr>
              <a:buSzPts val="1000"/>
              <a:buFont typeface="Corbel"/>
              <a:buNone/>
            </a:pPr>
            <a:fld id="{00000000-1234-1234-1234-123412341234}" type="slidenum">
              <a:rPr lang="en-US"/>
              <a:t>2</a:t>
            </a:fld>
            <a:endParaRPr/>
          </a:p>
        </p:txBody>
      </p:sp>
      <p:pic>
        <p:nvPicPr>
          <p:cNvPr id="167" name="Google Shape;167;p20"/>
          <p:cNvPicPr preferRelativeResize="0"/>
          <p:nvPr/>
        </p:nvPicPr>
        <p:blipFill rotWithShape="1">
          <a:blip r:embed="rId3">
            <a:alphaModFix/>
          </a:blip>
          <a:srcRect/>
          <a:stretch/>
        </p:blipFill>
        <p:spPr>
          <a:xfrm>
            <a:off x="7622575" y="476675"/>
            <a:ext cx="851975" cy="6223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1"/>
          <p:cNvSpPr txBox="1">
            <a:spLocks noGrp="1"/>
          </p:cNvSpPr>
          <p:nvPr>
            <p:ph type="title"/>
          </p:nvPr>
        </p:nvSpPr>
        <p:spPr>
          <a:xfrm>
            <a:off x="982133" y="457201"/>
            <a:ext cx="7704667" cy="19812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onstantia"/>
              <a:buNone/>
            </a:pPr>
            <a:r>
              <a:rPr lang="en-US" sz="2800" b="1" dirty="0">
                <a:latin typeface="Times New Roman" panose="02020603050405020304" pitchFamily="18" charset="0"/>
                <a:cs typeface="Times New Roman" panose="02020603050405020304" pitchFamily="18" charset="0"/>
              </a:rPr>
              <a:t>Introduction</a:t>
            </a:r>
            <a:endParaRPr sz="2400" b="1" dirty="0">
              <a:latin typeface="Times New Roman" panose="02020603050405020304" pitchFamily="18" charset="0"/>
              <a:cs typeface="Times New Roman" panose="02020603050405020304" pitchFamily="18" charset="0"/>
            </a:endParaRPr>
          </a:p>
        </p:txBody>
      </p:sp>
      <p:sp>
        <p:nvSpPr>
          <p:cNvPr id="177" name="Google Shape;177;p21"/>
          <p:cNvSpPr txBox="1">
            <a:spLocks noGrp="1"/>
          </p:cNvSpPr>
          <p:nvPr>
            <p:ph type="body" idx="1"/>
          </p:nvPr>
        </p:nvSpPr>
        <p:spPr>
          <a:xfrm>
            <a:off x="1028700" y="2282190"/>
            <a:ext cx="7445850" cy="3603625"/>
          </a:xfrm>
          <a:prstGeom prst="rect">
            <a:avLst/>
          </a:prstGeom>
          <a:noFill/>
          <a:ln>
            <a:noFill/>
          </a:ln>
        </p:spPr>
        <p:txBody>
          <a:bodyPr spcFirstLastPara="1" wrap="square" lIns="91425" tIns="45700" rIns="91425" bIns="45700" anchor="t" anchorCtr="0">
            <a:noAutofit/>
          </a:bodyPr>
          <a:lstStyle/>
          <a:p>
            <a:pPr marL="127000" lvl="0" indent="0" algn="just" rtl="0">
              <a:lnSpc>
                <a:spcPct val="115000"/>
              </a:lnSpc>
              <a:spcBef>
                <a:spcPts val="0"/>
              </a:spcBef>
              <a:spcAft>
                <a:spcPts val="0"/>
              </a:spcAft>
              <a:buSzPts val="1600"/>
              <a:buFont typeface="Times New Roman"/>
              <a:buNone/>
            </a:pPr>
            <a:r>
              <a:rPr lang="en-US" sz="1600" dirty="0">
                <a:latin typeface="Times New Roman"/>
                <a:ea typeface="Times New Roman"/>
                <a:cs typeface="Times New Roman"/>
                <a:sym typeface="Times New Roman"/>
              </a:rPr>
              <a:t>Uttarakhand experiences frequent and destructive forest fires that threaten lives, biodiversity, and a tourism‑dependent economy, yet most responses begin only after ignition. This project develops a machine‑learning early‑warning system that forecasts district‑level fire risk up to seven days in advance. The system integrates meteorological variables, vegetation and dryness indicators, topography, and recent fire activity to produce calibrated probability maps tailored to Himalayan terrain and microclimates. These outputs are designed for operational use: they support pre‑positioning of crews and equipment, targeted patrolling and awareness campaigns, and faster deployment when conditions escalate. Emphasis is placed on transparent modeling, reproducible data pipelines, and clear uncertainty communication to strengthen decision‑making. By shifting from reactive suppression to proactive risk management, the project aims to reduce incident counts and burned area, limit ecological and economic losses, and protect vulnerable communities across the state.</a:t>
            </a:r>
            <a:endParaRPr sz="1600" dirty="0">
              <a:latin typeface="Times New Roman"/>
              <a:ea typeface="Times New Roman"/>
              <a:cs typeface="Times New Roman"/>
              <a:sym typeface="Times New Roman"/>
            </a:endParaRPr>
          </a:p>
        </p:txBody>
      </p:sp>
      <p:sp>
        <p:nvSpPr>
          <p:cNvPr id="178" name="Google Shape;178;p21"/>
          <p:cNvSpPr txBox="1">
            <a:spLocks noGrp="1"/>
          </p:cNvSpPr>
          <p:nvPr>
            <p:ph type="sldNum" idx="12"/>
          </p:nvPr>
        </p:nvSpPr>
        <p:spPr>
          <a:xfrm>
            <a:off x="8258967" y="6108173"/>
            <a:ext cx="4278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00"/>
              <a:buFont typeface="Corbel"/>
              <a:buNone/>
            </a:pPr>
            <a:fld id="{00000000-1234-1234-1234-123412341234}" type="slidenum">
              <a:rPr lang="en-US">
                <a:solidFill>
                  <a:srgbClr val="000000"/>
                </a:solidFill>
              </a:rPr>
              <a:t>3</a:t>
            </a:fld>
            <a:endParaRPr>
              <a:solidFill>
                <a:srgbClr val="000000"/>
              </a:solidFill>
            </a:endParaRPr>
          </a:p>
        </p:txBody>
      </p:sp>
      <p:pic>
        <p:nvPicPr>
          <p:cNvPr id="179" name="Google Shape;179;p21"/>
          <p:cNvPicPr preferRelativeResize="0"/>
          <p:nvPr/>
        </p:nvPicPr>
        <p:blipFill rotWithShape="1">
          <a:blip r:embed="rId3">
            <a:alphaModFix/>
          </a:blip>
          <a:srcRect/>
          <a:stretch/>
        </p:blipFill>
        <p:spPr>
          <a:xfrm>
            <a:off x="7622575" y="476675"/>
            <a:ext cx="851975" cy="622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2"/>
          <p:cNvSpPr txBox="1">
            <a:spLocks noGrp="1"/>
          </p:cNvSpPr>
          <p:nvPr>
            <p:ph type="title"/>
          </p:nvPr>
        </p:nvSpPr>
        <p:spPr>
          <a:xfrm>
            <a:off x="982133" y="457201"/>
            <a:ext cx="7704667" cy="19812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onstantia"/>
              <a:buNone/>
            </a:pPr>
            <a:r>
              <a:rPr lang="en-US" sz="2800" b="1" dirty="0">
                <a:latin typeface="Times New Roman" panose="02020603050405020304" pitchFamily="18" charset="0"/>
                <a:cs typeface="Times New Roman" panose="02020603050405020304" pitchFamily="18" charset="0"/>
              </a:rPr>
              <a:t>Problem</a:t>
            </a:r>
            <a:r>
              <a:rPr lang="en-US" sz="2400" b="1" dirty="0">
                <a:latin typeface="Times New Roman" panose="02020603050405020304" pitchFamily="18" charset="0"/>
                <a:cs typeface="Times New Roman" panose="02020603050405020304" pitchFamily="18" charset="0"/>
              </a:rPr>
              <a:t> Statement</a:t>
            </a:r>
          </a:p>
        </p:txBody>
      </p:sp>
      <p:sp>
        <p:nvSpPr>
          <p:cNvPr id="189" name="Google Shape;189;p22"/>
          <p:cNvSpPr txBox="1">
            <a:spLocks noGrp="1"/>
          </p:cNvSpPr>
          <p:nvPr>
            <p:ph type="body" idx="1"/>
          </p:nvPr>
        </p:nvSpPr>
        <p:spPr>
          <a:xfrm>
            <a:off x="1473835" y="2281555"/>
            <a:ext cx="6196330" cy="3140075"/>
          </a:xfrm>
          <a:prstGeom prst="rect">
            <a:avLst/>
          </a:prstGeom>
          <a:noFill/>
          <a:ln>
            <a:noFill/>
          </a:ln>
        </p:spPr>
        <p:txBody>
          <a:bodyPr spcFirstLastPara="1" wrap="square" lIns="91425" tIns="45700" rIns="91425" bIns="45700" anchor="t" anchorCtr="0">
            <a:noAutofit/>
          </a:bodyPr>
          <a:lstStyle/>
          <a:p>
            <a:pPr marL="127000" lvl="0" indent="0" algn="just" rtl="0">
              <a:lnSpc>
                <a:spcPct val="115000"/>
              </a:lnSpc>
              <a:spcBef>
                <a:spcPts val="0"/>
              </a:spcBef>
              <a:spcAft>
                <a:spcPts val="0"/>
              </a:spcAft>
              <a:buSzPts val="1600"/>
              <a:buFont typeface="Times New Roman"/>
              <a:buNone/>
            </a:pPr>
            <a:r>
              <a:rPr lang="en-US" sz="1600" dirty="0">
                <a:latin typeface="Times New Roman"/>
                <a:ea typeface="Times New Roman"/>
                <a:cs typeface="Times New Roman"/>
                <a:sym typeface="Times New Roman"/>
              </a:rPr>
              <a:t>Predicting forest fires in Uttarakhand is challenging due to rugged Himalayan terrain, microclimatic variability, vegetation heterogeneity, and human pressures that jointly drive ignition and spread. Conventional monitoring and standalone models often underperform because they use limited features, lack district-level specificity, and struggle with noisy, imbalanced spatiotemporal data, leading to delayed and reactive response. This project addresses the gap by developing a </a:t>
            </a:r>
            <a:r>
              <a:rPr lang="en-US" sz="1600" b="1" dirty="0">
                <a:latin typeface="Times New Roman"/>
                <a:ea typeface="Times New Roman"/>
                <a:cs typeface="Times New Roman"/>
                <a:sym typeface="Times New Roman"/>
              </a:rPr>
              <a:t>robust early‑warning system</a:t>
            </a:r>
            <a:r>
              <a:rPr lang="en-US" sz="1600" dirty="0">
                <a:latin typeface="Times New Roman"/>
                <a:ea typeface="Times New Roman"/>
                <a:cs typeface="Times New Roman"/>
                <a:sym typeface="Times New Roman"/>
              </a:rPr>
              <a:t> that ingests comprehensive meteorological, fuel‑dryness, topographic, and recent‑fire </a:t>
            </a:r>
            <a:r>
              <a:rPr lang="en-US" sz="1600" b="1" dirty="0">
                <a:latin typeface="Times New Roman"/>
                <a:ea typeface="Times New Roman"/>
                <a:cs typeface="Times New Roman"/>
                <a:sym typeface="Times New Roman"/>
              </a:rPr>
              <a:t>indicators to generate calibrated, seven‑day district‑level risk probabilities</a:t>
            </a:r>
            <a:r>
              <a:rPr lang="en-US" sz="1600" dirty="0">
                <a:latin typeface="Times New Roman"/>
                <a:ea typeface="Times New Roman"/>
                <a:cs typeface="Times New Roman"/>
                <a:sym typeface="Times New Roman"/>
              </a:rPr>
              <a:t>—minimizing classification errors and delivering actionable guidance for pre‑positioning resources, targeted prevention, and timely decision‑making.</a:t>
            </a:r>
            <a:endParaRPr sz="1600" dirty="0">
              <a:latin typeface="Times New Roman"/>
              <a:ea typeface="Times New Roman"/>
              <a:cs typeface="Times New Roman"/>
              <a:sym typeface="Times New Roman"/>
            </a:endParaRPr>
          </a:p>
        </p:txBody>
      </p:sp>
      <p:sp>
        <p:nvSpPr>
          <p:cNvPr id="190" name="Google Shape;190;p22"/>
          <p:cNvSpPr txBox="1">
            <a:spLocks noGrp="1"/>
          </p:cNvSpPr>
          <p:nvPr>
            <p:ph type="sldNum" idx="12"/>
          </p:nvPr>
        </p:nvSpPr>
        <p:spPr>
          <a:xfrm>
            <a:off x="8258967" y="6108173"/>
            <a:ext cx="4278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00"/>
              <a:buFont typeface="Corbel"/>
              <a:buNone/>
            </a:pPr>
            <a:fld id="{00000000-1234-1234-1234-123412341234}" type="slidenum">
              <a:rPr lang="en-US">
                <a:solidFill>
                  <a:srgbClr val="000000"/>
                </a:solidFill>
              </a:rPr>
              <a:t>4</a:t>
            </a:fld>
            <a:endParaRPr>
              <a:solidFill>
                <a:srgbClr val="000000"/>
              </a:solidFill>
            </a:endParaRPr>
          </a:p>
        </p:txBody>
      </p:sp>
      <p:pic>
        <p:nvPicPr>
          <p:cNvPr id="191" name="Google Shape;191;p22"/>
          <p:cNvPicPr preferRelativeResize="0"/>
          <p:nvPr/>
        </p:nvPicPr>
        <p:blipFill rotWithShape="1">
          <a:blip r:embed="rId3">
            <a:alphaModFix/>
          </a:blip>
          <a:srcRect/>
          <a:stretch/>
        </p:blipFill>
        <p:spPr>
          <a:xfrm>
            <a:off x="7622575" y="476675"/>
            <a:ext cx="851975" cy="6223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3"/>
          <p:cNvSpPr txBox="1">
            <a:spLocks noGrp="1"/>
          </p:cNvSpPr>
          <p:nvPr>
            <p:ph type="title"/>
          </p:nvPr>
        </p:nvSpPr>
        <p:spPr>
          <a:xfrm>
            <a:off x="838899" y="0"/>
            <a:ext cx="7847901" cy="220630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2800"/>
              <a:buFont typeface="Corbel"/>
              <a:buNone/>
            </a:pPr>
            <a:r>
              <a:rPr lang="en-US" sz="2800" b="1" dirty="0">
                <a:latin typeface="Times New Roman" panose="02020603050405020304" pitchFamily="18" charset="0"/>
                <a:cs typeface="Times New Roman" panose="02020603050405020304" pitchFamily="18" charset="0"/>
              </a:rPr>
              <a:t>Abstract</a:t>
            </a:r>
            <a:endParaRPr sz="2400" b="1" dirty="0">
              <a:latin typeface="Times New Roman" panose="02020603050405020304" pitchFamily="18" charset="0"/>
              <a:cs typeface="Times New Roman" panose="02020603050405020304" pitchFamily="18" charset="0"/>
            </a:endParaRPr>
          </a:p>
        </p:txBody>
      </p:sp>
      <p:sp>
        <p:nvSpPr>
          <p:cNvPr id="197" name="Google Shape;197;p23"/>
          <p:cNvSpPr txBox="1">
            <a:spLocks noGrp="1"/>
          </p:cNvSpPr>
          <p:nvPr>
            <p:ph type="body" idx="1"/>
          </p:nvPr>
        </p:nvSpPr>
        <p:spPr>
          <a:xfrm>
            <a:off x="982133" y="1359017"/>
            <a:ext cx="7704667" cy="4640799"/>
          </a:xfrm>
          <a:prstGeom prst="rect">
            <a:avLst/>
          </a:prstGeom>
          <a:noFill/>
          <a:ln>
            <a:noFill/>
          </a:ln>
        </p:spPr>
        <p:txBody>
          <a:bodyPr spcFirstLastPara="1" wrap="square" lIns="91425" tIns="45700" rIns="91425" bIns="45700" anchor="ctr" anchorCtr="0">
            <a:normAutofit/>
          </a:bodyPr>
          <a:lstStyle/>
          <a:p>
            <a:pPr marL="0" lvl="0" indent="0">
              <a:spcBef>
                <a:spcPts val="0"/>
              </a:spcBef>
              <a:buSzPts val="2320"/>
              <a:buNone/>
            </a:pPr>
            <a:r>
              <a:rPr lang="en-US" sz="1600" dirty="0">
                <a:latin typeface="Times New Roman" panose="02020603050405020304" pitchFamily="18" charset="0"/>
                <a:cs typeface="Times New Roman" panose="02020603050405020304" pitchFamily="18" charset="0"/>
              </a:rPr>
              <a:t>Uttarakhand has been facing an alarming rise in forest fires, with 11,256 incidents reported between November 2023 and June 2024, making it the state with the highest fire alerts in India. These fires have not only led to ecological degradation and economic losses but have also resulted in human casualties, including five fatalities in the 2024 season alone. Current fire management practices in the state remain largely reactive, relying on suppression after fire outbreaks rather than preventing them. To address this gap, the proposed project focuses on developing a machine learning-based forest fire risk prediction system tailored to Uttarakhand’s unique mountainous terrain and climatic conditions. The system will provide district-level fire occurrence probability forecasts with a 7-day lead time, enabling authorities to take proactive measures such as early intervention, strategic resource deployment, and targeted prevention activities. By shifting from reactive to predictive management, this initiative aims to significantly reduce fire incidents, safeguard biodiversity, protect human lives, and preserve the state’s forest-dependent economy and tourism sector.</a:t>
            </a:r>
            <a:endParaRPr sz="1600" dirty="0">
              <a:latin typeface="Times New Roman" panose="02020603050405020304" pitchFamily="18" charset="0"/>
              <a:ea typeface="Times New Roman"/>
              <a:cs typeface="Times New Roman" panose="02020603050405020304" pitchFamily="18" charset="0"/>
              <a:sym typeface="Times New Roman"/>
            </a:endParaRPr>
          </a:p>
        </p:txBody>
      </p:sp>
      <p:sp>
        <p:nvSpPr>
          <p:cNvPr id="198" name="Google Shape;198;p23"/>
          <p:cNvSpPr txBox="1">
            <a:spLocks noGrp="1"/>
          </p:cNvSpPr>
          <p:nvPr>
            <p:ph type="sldNum" idx="12"/>
          </p:nvPr>
        </p:nvSpPr>
        <p:spPr>
          <a:xfrm>
            <a:off x="8258967" y="6108173"/>
            <a:ext cx="4278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chemeClr val="dk1"/>
              </a:buClr>
              <a:buSzPts val="1000"/>
              <a:buFont typeface="Corbel"/>
              <a:buNone/>
            </a:pPr>
            <a:fld id="{00000000-1234-1234-1234-123412341234}" type="slidenum">
              <a:rPr lang="en-US"/>
              <a:t>5</a:t>
            </a:fld>
            <a:endParaRPr/>
          </a:p>
        </p:txBody>
      </p:sp>
      <p:pic>
        <p:nvPicPr>
          <p:cNvPr id="199" name="Google Shape;199;p23"/>
          <p:cNvPicPr preferRelativeResize="0"/>
          <p:nvPr/>
        </p:nvPicPr>
        <p:blipFill rotWithShape="1">
          <a:blip r:embed="rId3">
            <a:alphaModFix/>
          </a:blip>
          <a:srcRect/>
          <a:stretch/>
        </p:blipFill>
        <p:spPr>
          <a:xfrm>
            <a:off x="7620908" y="457201"/>
            <a:ext cx="851975" cy="6223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4"/>
          <p:cNvSpPr txBox="1">
            <a:spLocks noGrp="1"/>
          </p:cNvSpPr>
          <p:nvPr>
            <p:ph type="title"/>
          </p:nvPr>
        </p:nvSpPr>
        <p:spPr>
          <a:xfrm>
            <a:off x="768428" y="0"/>
            <a:ext cx="7704455" cy="104711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onstantia"/>
              <a:buNone/>
            </a:pPr>
            <a:r>
              <a:rPr lang="en-US" sz="2800" b="1" dirty="0">
                <a:latin typeface="Times New Roman" panose="02020603050405020304" pitchFamily="18" charset="0"/>
                <a:cs typeface="Times New Roman" panose="02020603050405020304" pitchFamily="18" charset="0"/>
              </a:rPr>
              <a:t>Literature</a:t>
            </a:r>
            <a:r>
              <a:rPr lang="en-US" sz="2400" b="1" dirty="0">
                <a:latin typeface="Times New Roman" panose="02020603050405020304" pitchFamily="18" charset="0"/>
                <a:cs typeface="Times New Roman" panose="02020603050405020304" pitchFamily="18" charset="0"/>
              </a:rPr>
              <a:t> Survey</a:t>
            </a:r>
            <a:endParaRPr sz="2400" b="1" dirty="0">
              <a:latin typeface="Times New Roman" panose="02020603050405020304" pitchFamily="18" charset="0"/>
              <a:cs typeface="Times New Roman" panose="02020603050405020304" pitchFamily="18" charset="0"/>
            </a:endParaRPr>
          </a:p>
        </p:txBody>
      </p:sp>
      <p:sp>
        <p:nvSpPr>
          <p:cNvPr id="209" name="Google Shape;209;p24"/>
          <p:cNvSpPr txBox="1">
            <a:spLocks noGrp="1"/>
          </p:cNvSpPr>
          <p:nvPr>
            <p:ph type="body" idx="1"/>
          </p:nvPr>
        </p:nvSpPr>
        <p:spPr>
          <a:xfrm>
            <a:off x="1473790" y="1933907"/>
            <a:ext cx="6196500" cy="3603900"/>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1000"/>
              </a:spcBef>
              <a:spcAft>
                <a:spcPts val="0"/>
              </a:spcAft>
              <a:buSzPts val="2320"/>
              <a:buNone/>
            </a:pPr>
            <a:endParaRPr sz="1600">
              <a:latin typeface="Times New Roman"/>
              <a:ea typeface="Times New Roman"/>
              <a:cs typeface="Times New Roman"/>
              <a:sym typeface="Times New Roman"/>
            </a:endParaRPr>
          </a:p>
          <a:p>
            <a:pPr marL="0" lvl="0" indent="0" algn="l" rtl="0">
              <a:lnSpc>
                <a:spcPct val="115000"/>
              </a:lnSpc>
              <a:spcBef>
                <a:spcPts val="1000"/>
              </a:spcBef>
              <a:spcAft>
                <a:spcPts val="1000"/>
              </a:spcAft>
              <a:buSzPts val="2320"/>
              <a:buNone/>
            </a:pPr>
            <a:endParaRPr sz="1600">
              <a:latin typeface="Times New Roman"/>
              <a:ea typeface="Times New Roman"/>
              <a:cs typeface="Times New Roman"/>
              <a:sym typeface="Times New Roman"/>
            </a:endParaRPr>
          </a:p>
        </p:txBody>
      </p:sp>
      <p:sp>
        <p:nvSpPr>
          <p:cNvPr id="210" name="Google Shape;210;p24"/>
          <p:cNvSpPr txBox="1">
            <a:spLocks noGrp="1"/>
          </p:cNvSpPr>
          <p:nvPr>
            <p:ph type="sldNum" idx="12"/>
          </p:nvPr>
        </p:nvSpPr>
        <p:spPr>
          <a:xfrm>
            <a:off x="8258967" y="6108173"/>
            <a:ext cx="4278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00"/>
              <a:buFont typeface="Corbel"/>
              <a:buNone/>
            </a:pPr>
            <a:fld id="{00000000-1234-1234-1234-123412341234}" type="slidenum">
              <a:rPr lang="en-US">
                <a:solidFill>
                  <a:srgbClr val="000000"/>
                </a:solidFill>
              </a:rPr>
              <a:t>6</a:t>
            </a:fld>
            <a:endParaRPr>
              <a:solidFill>
                <a:srgbClr val="000000"/>
              </a:solidFill>
            </a:endParaRPr>
          </a:p>
        </p:txBody>
      </p:sp>
      <p:pic>
        <p:nvPicPr>
          <p:cNvPr id="211" name="Google Shape;211;p24"/>
          <p:cNvPicPr preferRelativeResize="0"/>
          <p:nvPr/>
        </p:nvPicPr>
        <p:blipFill rotWithShape="1">
          <a:blip r:embed="rId3">
            <a:alphaModFix/>
          </a:blip>
          <a:srcRect/>
          <a:stretch/>
        </p:blipFill>
        <p:spPr>
          <a:xfrm>
            <a:off x="7670290" y="169228"/>
            <a:ext cx="851975" cy="622300"/>
          </a:xfrm>
          <a:prstGeom prst="rect">
            <a:avLst/>
          </a:prstGeom>
          <a:noFill/>
          <a:ln>
            <a:noFill/>
          </a:ln>
        </p:spPr>
      </p:pic>
      <p:graphicFrame>
        <p:nvGraphicFramePr>
          <p:cNvPr id="212" name="Google Shape;212;p24"/>
          <p:cNvGraphicFramePr/>
          <p:nvPr>
            <p:extLst>
              <p:ext uri="{D42A27DB-BD31-4B8C-83A1-F6EECF244321}">
                <p14:modId xmlns:p14="http://schemas.microsoft.com/office/powerpoint/2010/main" val="2095438869"/>
              </p:ext>
            </p:extLst>
          </p:nvPr>
        </p:nvGraphicFramePr>
        <p:xfrm>
          <a:off x="103447" y="898844"/>
          <a:ext cx="9034416" cy="5943640"/>
        </p:xfrm>
        <a:graphic>
          <a:graphicData uri="http://schemas.openxmlformats.org/drawingml/2006/table">
            <a:tbl>
              <a:tblPr firstRow="1" bandRow="1">
                <a:noFill/>
                <a:tableStyleId>{6A04F7A0-8408-4207-9BE1-253A53803FA9}</a:tableStyleId>
              </a:tblPr>
              <a:tblGrid>
                <a:gridCol w="714713">
                  <a:extLst>
                    <a:ext uri="{9D8B030D-6E8A-4147-A177-3AD203B41FA5}">
                      <a16:colId xmlns:a16="http://schemas.microsoft.com/office/drawing/2014/main" val="20000"/>
                    </a:ext>
                  </a:extLst>
                </a:gridCol>
                <a:gridCol w="1777933">
                  <a:extLst>
                    <a:ext uri="{9D8B030D-6E8A-4147-A177-3AD203B41FA5}">
                      <a16:colId xmlns:a16="http://schemas.microsoft.com/office/drawing/2014/main" val="20001"/>
                    </a:ext>
                  </a:extLst>
                </a:gridCol>
                <a:gridCol w="1709402">
                  <a:extLst>
                    <a:ext uri="{9D8B030D-6E8A-4147-A177-3AD203B41FA5}">
                      <a16:colId xmlns:a16="http://schemas.microsoft.com/office/drawing/2014/main" val="20002"/>
                    </a:ext>
                  </a:extLst>
                </a:gridCol>
                <a:gridCol w="1672111">
                  <a:extLst>
                    <a:ext uri="{9D8B030D-6E8A-4147-A177-3AD203B41FA5}">
                      <a16:colId xmlns:a16="http://schemas.microsoft.com/office/drawing/2014/main" val="20003"/>
                    </a:ext>
                  </a:extLst>
                </a:gridCol>
                <a:gridCol w="1474967">
                  <a:extLst>
                    <a:ext uri="{9D8B030D-6E8A-4147-A177-3AD203B41FA5}">
                      <a16:colId xmlns:a16="http://schemas.microsoft.com/office/drawing/2014/main" val="20004"/>
                    </a:ext>
                  </a:extLst>
                </a:gridCol>
                <a:gridCol w="1685290">
                  <a:extLst>
                    <a:ext uri="{9D8B030D-6E8A-4147-A177-3AD203B41FA5}">
                      <a16:colId xmlns:a16="http://schemas.microsoft.com/office/drawing/2014/main" val="20005"/>
                    </a:ext>
                  </a:extLst>
                </a:gridCol>
              </a:tblGrid>
              <a:tr h="660440">
                <a:tc>
                  <a:txBody>
                    <a:bodyPr/>
                    <a:lstStyle/>
                    <a:p>
                      <a:pPr marL="0" marR="0" lvl="0" indent="0" algn="l" rtl="0">
                        <a:spcBef>
                          <a:spcPts val="0"/>
                        </a:spcBef>
                        <a:spcAft>
                          <a:spcPts val="0"/>
                        </a:spcAft>
                        <a:buClr>
                          <a:schemeClr val="dk1"/>
                        </a:buClr>
                        <a:buSzPts val="1600"/>
                        <a:buFont typeface="Times New Roman"/>
                        <a:buNone/>
                      </a:pPr>
                      <a:r>
                        <a:rPr lang="en-US" sz="1400" u="none" strike="noStrike" cap="none" dirty="0" err="1">
                          <a:latin typeface="Times New Roman"/>
                          <a:ea typeface="Times New Roman"/>
                          <a:cs typeface="Times New Roman"/>
                          <a:sym typeface="Times New Roman"/>
                        </a:rPr>
                        <a:t>SI.No</a:t>
                      </a:r>
                      <a:endParaRPr sz="1400" dirty="0"/>
                    </a:p>
                  </a:txBody>
                  <a:tcPr marL="91450" marR="91450" marT="45725" marB="45725"/>
                </a:tc>
                <a:tc>
                  <a:txBody>
                    <a:bodyPr/>
                    <a:lstStyle/>
                    <a:p>
                      <a:pPr marL="0" marR="0" lvl="0" indent="0" algn="l" rtl="0">
                        <a:spcBef>
                          <a:spcPts val="0"/>
                        </a:spcBef>
                        <a:spcAft>
                          <a:spcPts val="0"/>
                        </a:spcAft>
                        <a:buClr>
                          <a:schemeClr val="dk1"/>
                        </a:buClr>
                        <a:buSzPts val="1600"/>
                        <a:buFont typeface="Times New Roman"/>
                        <a:buNone/>
                      </a:pPr>
                      <a:r>
                        <a:rPr lang="en-US" sz="1400" u="none" strike="noStrike" cap="none" dirty="0">
                          <a:latin typeface="Times New Roman" panose="02020603050405020304" pitchFamily="18" charset="0"/>
                          <a:ea typeface="Times New Roman"/>
                          <a:cs typeface="Times New Roman" panose="02020603050405020304" pitchFamily="18" charset="0"/>
                          <a:sym typeface="Times New Roman"/>
                        </a:rPr>
                        <a:t>Title</a:t>
                      </a:r>
                      <a:r>
                        <a:rPr lang="en-US" sz="1400" dirty="0">
                          <a:latin typeface="Times New Roman" panose="02020603050405020304" pitchFamily="18" charset="0"/>
                          <a:ea typeface="Times New Roman"/>
                          <a:cs typeface="Times New Roman" panose="02020603050405020304" pitchFamily="18" charset="0"/>
                          <a:sym typeface="Times New Roman"/>
                        </a:rPr>
                        <a:t> of the Paper &amp; Publication</a:t>
                      </a:r>
                    </a:p>
                    <a:p>
                      <a:pPr marL="0" marR="0" lvl="0" indent="0" algn="l" rtl="0">
                        <a:spcBef>
                          <a:spcPts val="0"/>
                        </a:spcBef>
                        <a:spcAft>
                          <a:spcPts val="0"/>
                        </a:spcAft>
                        <a:buClr>
                          <a:schemeClr val="dk1"/>
                        </a:buClr>
                        <a:buSzPts val="1600"/>
                        <a:buFont typeface="Times New Roman"/>
                        <a:buNone/>
                      </a:pPr>
                      <a:r>
                        <a:rPr lang="en-US" sz="1400" dirty="0">
                          <a:latin typeface="Times New Roman" panose="02020603050405020304" pitchFamily="18" charset="0"/>
                          <a:ea typeface="Times New Roman"/>
                          <a:cs typeface="Times New Roman" panose="02020603050405020304" pitchFamily="18" charset="0"/>
                          <a:sym typeface="Times New Roman"/>
                        </a:rPr>
                        <a:t>year</a:t>
                      </a:r>
                      <a:endParaRPr sz="14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400" dirty="0">
                          <a:latin typeface="Times New Roman" panose="02020603050405020304" pitchFamily="18" charset="0"/>
                          <a:ea typeface="Times New Roman"/>
                          <a:cs typeface="Times New Roman" panose="02020603050405020304" pitchFamily="18" charset="0"/>
                          <a:sym typeface="Times New Roman"/>
                        </a:rPr>
                        <a:t>Authors</a:t>
                      </a:r>
                      <a:endParaRPr sz="1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tc>
                  <a:txBody>
                    <a:bodyPr/>
                    <a:lstStyle/>
                    <a:p>
                      <a:pPr marL="0" marR="0" lvl="0" indent="0" algn="l" rtl="0">
                        <a:spcBef>
                          <a:spcPts val="0"/>
                        </a:spcBef>
                        <a:spcAft>
                          <a:spcPts val="0"/>
                        </a:spcAft>
                        <a:buClr>
                          <a:schemeClr val="dk1"/>
                        </a:buClr>
                        <a:buSzPts val="1600"/>
                        <a:buFont typeface="Times New Roman"/>
                        <a:buNone/>
                      </a:pPr>
                      <a:r>
                        <a:rPr lang="en-US" sz="1400" u="none" strike="noStrike" cap="none" dirty="0">
                          <a:latin typeface="Times New Roman" panose="02020603050405020304" pitchFamily="18" charset="0"/>
                          <a:ea typeface="Times New Roman"/>
                          <a:cs typeface="Times New Roman" panose="02020603050405020304" pitchFamily="18" charset="0"/>
                          <a:sym typeface="Times New Roman"/>
                        </a:rPr>
                        <a:t>Problem Addressed</a:t>
                      </a:r>
                      <a:endParaRPr sz="14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Clr>
                          <a:schemeClr val="dk1"/>
                        </a:buClr>
                        <a:buSzPts val="1600"/>
                        <a:buFont typeface="Times New Roman"/>
                        <a:buNone/>
                      </a:pPr>
                      <a:r>
                        <a:rPr lang="en-US" sz="1400" u="none" strike="noStrike" cap="none" dirty="0">
                          <a:latin typeface="Times New Roman" panose="02020603050405020304" pitchFamily="18" charset="0"/>
                          <a:ea typeface="Times New Roman"/>
                          <a:cs typeface="Times New Roman" panose="02020603050405020304" pitchFamily="18" charset="0"/>
                          <a:sym typeface="Times New Roman"/>
                        </a:rPr>
                        <a:t>Approach / Methods</a:t>
                      </a:r>
                      <a:endParaRPr sz="14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Clr>
                          <a:schemeClr val="dk1"/>
                        </a:buClr>
                        <a:buSzPts val="1600"/>
                        <a:buFont typeface="Times New Roman"/>
                        <a:buNone/>
                      </a:pPr>
                      <a:r>
                        <a:rPr lang="en-US" sz="1400" u="none" strike="noStrike" cap="none" dirty="0">
                          <a:latin typeface="Times New Roman" panose="02020603050405020304" pitchFamily="18" charset="0"/>
                          <a:ea typeface="Times New Roman"/>
                          <a:cs typeface="Times New Roman" panose="02020603050405020304" pitchFamily="18" charset="0"/>
                          <a:sym typeface="Times New Roman"/>
                        </a:rPr>
                        <a:t>Key results / metrics</a:t>
                      </a:r>
                      <a:endParaRPr sz="14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0"/>
                  </a:ext>
                </a:extLst>
              </a:tr>
              <a:tr h="1813557">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1.</a:t>
                      </a:r>
                      <a:endParaRPr/>
                    </a:p>
                  </a:txBody>
                  <a:tcPr marL="91450" marR="91450" marT="45725" marB="45725"/>
                </a:tc>
                <a:tc>
                  <a:txBody>
                    <a:bodyPr/>
                    <a:lstStyle/>
                    <a:p>
                      <a:pPr marL="0" marR="0" lvl="0" indent="0" algn="l" rtl="0">
                        <a:spcBef>
                          <a:spcPts val="0"/>
                        </a:spcBef>
                        <a:spcAft>
                          <a:spcPts val="0"/>
                        </a:spcAft>
                        <a:buClr>
                          <a:schemeClr val="dk1"/>
                        </a:buClr>
                        <a:buSzPts val="1400"/>
                        <a:buFont typeface="Times New Roman"/>
                        <a:buNone/>
                      </a:pPr>
                      <a:r>
                        <a:rPr lang="en-US" sz="1200" dirty="0">
                          <a:latin typeface="Times New Roman" panose="02020603050405020304" pitchFamily="18" charset="0"/>
                          <a:ea typeface="Roboto"/>
                          <a:cs typeface="Times New Roman" panose="02020603050405020304" pitchFamily="18" charset="0"/>
                          <a:sym typeface="Roboto"/>
                        </a:rPr>
                        <a:t>A random forest model for the probability of large wildfires in California</a:t>
                      </a:r>
                      <a:endParaRPr sz="1200" dirty="0">
                        <a:latin typeface="Times New Roman" panose="02020603050405020304" pitchFamily="18" charset="0"/>
                        <a:ea typeface="Roboto"/>
                        <a:cs typeface="Times New Roman" panose="02020603050405020304" pitchFamily="18" charset="0"/>
                        <a:sym typeface="Roboto"/>
                      </a:endParaRPr>
                    </a:p>
                    <a:p>
                      <a:pPr marL="0" marR="0" lvl="0" indent="0" algn="l" rtl="0">
                        <a:spcBef>
                          <a:spcPts val="0"/>
                        </a:spcBef>
                        <a:spcAft>
                          <a:spcPts val="0"/>
                        </a:spcAft>
                        <a:buClr>
                          <a:schemeClr val="dk1"/>
                        </a:buClr>
                        <a:buSzPts val="1400"/>
                        <a:buFont typeface="Times New Roman"/>
                        <a:buNone/>
                      </a:pPr>
                      <a:endParaRPr sz="1200" dirty="0">
                        <a:latin typeface="Times New Roman" panose="02020603050405020304" pitchFamily="18" charset="0"/>
                        <a:ea typeface="Roboto"/>
                        <a:cs typeface="Times New Roman" panose="02020603050405020304" pitchFamily="18" charset="0"/>
                        <a:sym typeface="Roboto"/>
                      </a:endParaRPr>
                    </a:p>
                    <a:p>
                      <a:pPr marL="0" marR="0" lvl="0" indent="0" algn="l" rtl="0">
                        <a:spcBef>
                          <a:spcPts val="0"/>
                        </a:spcBef>
                        <a:spcAft>
                          <a:spcPts val="0"/>
                        </a:spcAft>
                        <a:buClr>
                          <a:schemeClr val="dk1"/>
                        </a:buClr>
                        <a:buSzPts val="1400"/>
                        <a:buFont typeface="Times New Roman"/>
                        <a:buNone/>
                      </a:pPr>
                      <a:r>
                        <a:rPr lang="en-US" sz="1200" dirty="0">
                          <a:latin typeface="Times New Roman" panose="02020603050405020304" pitchFamily="18" charset="0"/>
                          <a:ea typeface="Roboto"/>
                          <a:cs typeface="Times New Roman" panose="02020603050405020304" pitchFamily="18" charset="0"/>
                          <a:sym typeface="Roboto"/>
                        </a:rPr>
                        <a:t>2020</a:t>
                      </a:r>
                      <a:endParaRPr sz="1200" dirty="0">
                        <a:latin typeface="Times New Roman" panose="02020603050405020304" pitchFamily="18" charset="0"/>
                        <a:ea typeface="Roboto"/>
                        <a:cs typeface="Times New Roman" panose="02020603050405020304" pitchFamily="18" charset="0"/>
                        <a:sym typeface="Roboto"/>
                      </a:endParaRPr>
                    </a:p>
                  </a:txBody>
                  <a:tcPr marL="91450" marR="91450" marT="45725" marB="45725"/>
                </a:tc>
                <a:tc>
                  <a:txBody>
                    <a:bodyPr/>
                    <a:lstStyle/>
                    <a:p>
                      <a:pPr marL="0" marR="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Jing Li; Adrian Albert; Brian White; Alok; Mayur Mudigonda</a:t>
                      </a:r>
                      <a:endParaRPr sz="1200" dirty="0">
                        <a:latin typeface="Times New Roman" panose="02020603050405020304" pitchFamily="18" charset="0"/>
                        <a:ea typeface="Roboto"/>
                        <a:cs typeface="Times New Roman" panose="02020603050405020304" pitchFamily="18" charset="0"/>
                        <a:sym typeface="Roboto"/>
                      </a:endParaRPr>
                    </a:p>
                  </a:txBody>
                  <a:tcPr marL="91450" marR="91450" marT="45725" marB="45725"/>
                </a:tc>
                <a:tc>
                  <a:txBody>
                    <a:bodyPr/>
                    <a:lstStyle/>
                    <a:p>
                      <a:pPr marL="0" marR="0" lvl="0" indent="0" algn="l" rtl="0">
                        <a:spcBef>
                          <a:spcPts val="0"/>
                        </a:spcBef>
                        <a:spcAft>
                          <a:spcPts val="0"/>
                        </a:spcAft>
                        <a:buClr>
                          <a:schemeClr val="dk1"/>
                        </a:buClr>
                        <a:buSzPts val="1400"/>
                        <a:buFont typeface="Times New Roman"/>
                        <a:buNone/>
                      </a:pPr>
                      <a:r>
                        <a:rPr lang="en-US" sz="1200" dirty="0">
                          <a:latin typeface="Times New Roman" panose="02020603050405020304" pitchFamily="18" charset="0"/>
                          <a:ea typeface="Roboto"/>
                          <a:cs typeface="Times New Roman" panose="02020603050405020304" pitchFamily="18" charset="0"/>
                          <a:sym typeface="Roboto"/>
                        </a:rPr>
                        <a:t>Estimate conditional probability that an ignition grows into a large fire and compare with index-based danger metrics for early warning</a:t>
                      </a:r>
                      <a:endParaRPr sz="12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Clr>
                          <a:schemeClr val="dk1"/>
                        </a:buClr>
                        <a:buSzPts val="1400"/>
                        <a:buFont typeface="Times New Roman"/>
                        <a:buNone/>
                      </a:pPr>
                      <a:r>
                        <a:rPr lang="en-US" sz="1200" dirty="0">
                          <a:latin typeface="Times New Roman" panose="02020603050405020304" pitchFamily="18" charset="0"/>
                          <a:ea typeface="Roboto"/>
                          <a:cs typeface="Times New Roman" panose="02020603050405020304" pitchFamily="18" charset="0"/>
                          <a:sym typeface="Roboto"/>
                        </a:rPr>
                        <a:t>Random Forest trained on Global Fire Atlas ignitions with </a:t>
                      </a:r>
                      <a:r>
                        <a:rPr lang="en-US" sz="1200" dirty="0" err="1">
                          <a:latin typeface="Times New Roman" panose="02020603050405020304" pitchFamily="18" charset="0"/>
                          <a:ea typeface="Roboto"/>
                          <a:cs typeface="Times New Roman" panose="02020603050405020304" pitchFamily="18" charset="0"/>
                          <a:sym typeface="Roboto"/>
                        </a:rPr>
                        <a:t>gridMET</a:t>
                      </a:r>
                      <a:r>
                        <a:rPr lang="en-US" sz="1200" dirty="0">
                          <a:latin typeface="Times New Roman" panose="02020603050405020304" pitchFamily="18" charset="0"/>
                          <a:ea typeface="Roboto"/>
                          <a:cs typeface="Times New Roman" panose="02020603050405020304" pitchFamily="18" charset="0"/>
                          <a:sym typeface="Roboto"/>
                        </a:rPr>
                        <a:t> weather/fuels and SRTM topography; permutation importance; weekly large-fire probability maps</a:t>
                      </a:r>
                      <a:endParaRPr sz="12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Clr>
                          <a:schemeClr val="dk1"/>
                        </a:buClr>
                        <a:buSzPts val="1400"/>
                        <a:buFont typeface="Times New Roman"/>
                        <a:buNone/>
                      </a:pPr>
                      <a:r>
                        <a:rPr lang="en-US" sz="1200" dirty="0">
                          <a:latin typeface="Times New Roman" panose="02020603050405020304" pitchFamily="18" charset="0"/>
                          <a:ea typeface="Roboto"/>
                          <a:cs typeface="Times New Roman" panose="02020603050405020304" pitchFamily="18" charset="0"/>
                          <a:sym typeface="Roboto"/>
                        </a:rPr>
                        <a:t>Outperformed FFDI/SFDI; in 2019 cases, 80–90%+ of area burned in first two days fell in the highest probability bins, supporting early-warning use </a:t>
                      </a:r>
                      <a:endParaRPr sz="12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1"/>
                  </a:ext>
                </a:extLst>
              </a:tr>
              <a:tr h="1640839">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dirty="0">
                          <a:latin typeface="Times New Roman"/>
                          <a:ea typeface="Times New Roman"/>
                          <a:cs typeface="Times New Roman"/>
                          <a:sym typeface="Times New Roman"/>
                        </a:rPr>
                        <a:t>2.</a:t>
                      </a:r>
                      <a:endParaRPr dirty="0"/>
                    </a:p>
                  </a:txBody>
                  <a:tcPr marL="91450" marR="91450" marT="45725" marB="45725"/>
                </a:tc>
                <a:tc>
                  <a:txBody>
                    <a:bodyPr/>
                    <a:lstStyle/>
                    <a:p>
                      <a:pPr marL="0" marR="0" lvl="0" indent="0" algn="l" rtl="0">
                        <a:spcBef>
                          <a:spcPts val="0"/>
                        </a:spcBef>
                        <a:spcAft>
                          <a:spcPts val="0"/>
                        </a:spcAft>
                        <a:buClr>
                          <a:schemeClr val="dk1"/>
                        </a:buClr>
                        <a:buSzPts val="1400"/>
                        <a:buFont typeface="Times New Roman"/>
                        <a:buNone/>
                      </a:pPr>
                      <a:r>
                        <a:rPr lang="en-US" sz="1200" dirty="0">
                          <a:latin typeface="Times New Roman" panose="02020603050405020304" pitchFamily="18" charset="0"/>
                          <a:ea typeface="Roboto"/>
                          <a:cs typeface="Times New Roman" panose="02020603050405020304" pitchFamily="18" charset="0"/>
                          <a:sym typeface="Roboto"/>
                        </a:rPr>
                        <a:t>Forest Fire Prediction Using Machine Learning Techniques</a:t>
                      </a:r>
                      <a:br>
                        <a:rPr lang="en-US" sz="1200" dirty="0">
                          <a:latin typeface="Times New Roman" panose="02020603050405020304" pitchFamily="18" charset="0"/>
                          <a:ea typeface="Roboto"/>
                          <a:cs typeface="Times New Roman" panose="02020603050405020304" pitchFamily="18" charset="0"/>
                          <a:sym typeface="Roboto"/>
                        </a:rPr>
                      </a:br>
                      <a:br>
                        <a:rPr lang="en-US" sz="1200" dirty="0">
                          <a:latin typeface="Times New Roman" panose="02020603050405020304" pitchFamily="18" charset="0"/>
                          <a:ea typeface="Roboto"/>
                          <a:cs typeface="Times New Roman" panose="02020603050405020304" pitchFamily="18" charset="0"/>
                          <a:sym typeface="Roboto"/>
                        </a:rPr>
                      </a:br>
                      <a:r>
                        <a:rPr lang="en-US" sz="1200" dirty="0">
                          <a:latin typeface="Times New Roman" panose="02020603050405020304" pitchFamily="18" charset="0"/>
                          <a:ea typeface="Roboto"/>
                          <a:cs typeface="Times New Roman" panose="02020603050405020304" pitchFamily="18" charset="0"/>
                          <a:sym typeface="Roboto"/>
                        </a:rPr>
                        <a:t>2021</a:t>
                      </a:r>
                      <a:endParaRPr sz="12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Preeti T; Suvarna </a:t>
                      </a:r>
                      <a:r>
                        <a:rPr lang="en-US" sz="1200" dirty="0" err="1">
                          <a:latin typeface="Times New Roman" panose="02020603050405020304" pitchFamily="18" charset="0"/>
                          <a:ea typeface="Roboto"/>
                          <a:cs typeface="Times New Roman" panose="02020603050405020304" pitchFamily="18" charset="0"/>
                          <a:sym typeface="Roboto"/>
                        </a:rPr>
                        <a:t>Kanakaraddi</a:t>
                      </a:r>
                      <a:r>
                        <a:rPr lang="en-US" sz="1200" dirty="0">
                          <a:latin typeface="Times New Roman" panose="02020603050405020304" pitchFamily="18" charset="0"/>
                          <a:ea typeface="Roboto"/>
                          <a:cs typeface="Times New Roman" panose="02020603050405020304" pitchFamily="18" charset="0"/>
                          <a:sym typeface="Roboto"/>
                        </a:rPr>
                        <a:t>; Aishwarya </a:t>
                      </a:r>
                      <a:r>
                        <a:rPr lang="en-US" sz="1200" dirty="0" err="1">
                          <a:latin typeface="Times New Roman" panose="02020603050405020304" pitchFamily="18" charset="0"/>
                          <a:ea typeface="Roboto"/>
                          <a:cs typeface="Times New Roman" panose="02020603050405020304" pitchFamily="18" charset="0"/>
                          <a:sym typeface="Roboto"/>
                        </a:rPr>
                        <a:t>Beelagi</a:t>
                      </a:r>
                      <a:r>
                        <a:rPr lang="en-US" sz="1200" dirty="0">
                          <a:latin typeface="Times New Roman" panose="02020603050405020304" pitchFamily="18" charset="0"/>
                          <a:ea typeface="Roboto"/>
                          <a:cs typeface="Times New Roman" panose="02020603050405020304" pitchFamily="18" charset="0"/>
                          <a:sym typeface="Roboto"/>
                        </a:rPr>
                        <a:t>; </a:t>
                      </a:r>
                      <a:r>
                        <a:rPr lang="en-US" sz="1200" dirty="0" err="1">
                          <a:latin typeface="Times New Roman" panose="02020603050405020304" pitchFamily="18" charset="0"/>
                          <a:ea typeface="Roboto"/>
                          <a:cs typeface="Times New Roman" panose="02020603050405020304" pitchFamily="18" charset="0"/>
                          <a:sym typeface="Roboto"/>
                        </a:rPr>
                        <a:t>Sumalata</a:t>
                      </a:r>
                      <a:r>
                        <a:rPr lang="en-US" sz="1200" dirty="0">
                          <a:latin typeface="Times New Roman" panose="02020603050405020304" pitchFamily="18" charset="0"/>
                          <a:ea typeface="Roboto"/>
                          <a:cs typeface="Times New Roman" panose="02020603050405020304" pitchFamily="18" charset="0"/>
                          <a:sym typeface="Roboto"/>
                        </a:rPr>
                        <a:t> </a:t>
                      </a:r>
                      <a:r>
                        <a:rPr lang="en-US" sz="1200" dirty="0" err="1">
                          <a:latin typeface="Times New Roman" panose="02020603050405020304" pitchFamily="18" charset="0"/>
                          <a:ea typeface="Roboto"/>
                          <a:cs typeface="Times New Roman" panose="02020603050405020304" pitchFamily="18" charset="0"/>
                          <a:sym typeface="Roboto"/>
                        </a:rPr>
                        <a:t>Malagi</a:t>
                      </a:r>
                      <a:r>
                        <a:rPr lang="en-US" sz="1200" dirty="0">
                          <a:latin typeface="Times New Roman" panose="02020603050405020304" pitchFamily="18" charset="0"/>
                          <a:ea typeface="Roboto"/>
                          <a:cs typeface="Times New Roman" panose="02020603050405020304" pitchFamily="18" charset="0"/>
                          <a:sym typeface="Roboto"/>
                        </a:rPr>
                        <a:t>; Aishwarya Sudi</a:t>
                      </a:r>
                      <a:endParaRPr sz="12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Clr>
                          <a:schemeClr val="dk1"/>
                        </a:buClr>
                        <a:buSzPts val="1400"/>
                        <a:buFont typeface="Times New Roman"/>
                        <a:buNone/>
                      </a:pPr>
                      <a:r>
                        <a:rPr lang="en-US" sz="1200" dirty="0">
                          <a:latin typeface="Times New Roman" panose="02020603050405020304" pitchFamily="18" charset="0"/>
                          <a:ea typeface="Roboto"/>
                          <a:cs typeface="Times New Roman" panose="02020603050405020304" pitchFamily="18" charset="0"/>
                          <a:sym typeface="Roboto"/>
                        </a:rPr>
                        <a:t>Compare ML models for fire prediction with a preprocessing/tuning pipeline on meteorological data</a:t>
                      </a:r>
                      <a:endParaRPr sz="12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Clr>
                          <a:schemeClr val="dk1"/>
                        </a:buClr>
                        <a:buSzPts val="1400"/>
                        <a:buFont typeface="Times New Roman"/>
                        <a:buNone/>
                      </a:pPr>
                      <a:r>
                        <a:rPr lang="en-US" sz="1200">
                          <a:latin typeface="Times New Roman" panose="02020603050405020304" pitchFamily="18" charset="0"/>
                          <a:ea typeface="Roboto"/>
                          <a:cs typeface="Times New Roman" panose="02020603050405020304" pitchFamily="18" charset="0"/>
                          <a:sym typeface="Roboto"/>
                        </a:rPr>
                        <a:t>EDA, one‑hot encoding, PCA; models: Random Forest, Decision Tree, SVR, ANN; RandomizedSearchCV; additional PCA/normalization and error analyses</a:t>
                      </a:r>
                      <a:endParaRPr sz="120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Clr>
                          <a:schemeClr val="dk1"/>
                        </a:buClr>
                        <a:buSzPts val="1400"/>
                        <a:buFont typeface="Times New Roman"/>
                        <a:buNone/>
                      </a:pPr>
                      <a:r>
                        <a:rPr lang="en-US" sz="1200" dirty="0">
                          <a:latin typeface="Times New Roman" panose="02020603050405020304" pitchFamily="18" charset="0"/>
                          <a:ea typeface="Roboto"/>
                          <a:cs typeface="Times New Roman" panose="02020603050405020304" pitchFamily="18" charset="0"/>
                          <a:sym typeface="Roboto"/>
                        </a:rPr>
                        <a:t>Tuned Random Forest achieved MAE 0.03, MSE 0.004, RMSE 0.07; ANN underperformed (MAE 0.71); feature engineering and tuning materially reduced errors </a:t>
                      </a:r>
                      <a:endParaRPr sz="12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2"/>
                  </a:ext>
                </a:extLst>
              </a:tr>
              <a:tr h="1468120">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3.</a:t>
                      </a:r>
                      <a:endParaRPr/>
                    </a:p>
                  </a:txBody>
                  <a:tcPr marL="91450" marR="91450" marT="45725" marB="45725"/>
                </a:tc>
                <a:tc>
                  <a:txBody>
                    <a:bodyPr/>
                    <a:lstStyle/>
                    <a:p>
                      <a:pPr marL="0" marR="0" lvl="0" indent="0" algn="l" rtl="0">
                        <a:spcBef>
                          <a:spcPts val="0"/>
                        </a:spcBef>
                        <a:spcAft>
                          <a:spcPts val="0"/>
                        </a:spcAft>
                        <a:buClr>
                          <a:schemeClr val="dk1"/>
                        </a:buClr>
                        <a:buSzPts val="1400"/>
                        <a:buFont typeface="Times New Roman"/>
                        <a:buNone/>
                      </a:pPr>
                      <a:r>
                        <a:rPr lang="en-US" sz="1200" dirty="0">
                          <a:latin typeface="Times New Roman" panose="02020603050405020304" pitchFamily="18" charset="0"/>
                          <a:ea typeface="Roboto"/>
                          <a:cs typeface="Times New Roman" panose="02020603050405020304" pitchFamily="18" charset="0"/>
                          <a:sym typeface="Roboto"/>
                        </a:rPr>
                        <a:t>Automated Forest Fire Prediction Systems: A Comprehensive Review</a:t>
                      </a:r>
                      <a:endParaRPr sz="1200" dirty="0">
                        <a:latin typeface="Times New Roman" panose="02020603050405020304" pitchFamily="18" charset="0"/>
                        <a:ea typeface="Roboto"/>
                        <a:cs typeface="Times New Roman" panose="02020603050405020304" pitchFamily="18" charset="0"/>
                        <a:sym typeface="Roboto"/>
                      </a:endParaRPr>
                    </a:p>
                    <a:p>
                      <a:pPr marL="0" marR="0" lvl="0" indent="0" algn="l" rtl="0">
                        <a:spcBef>
                          <a:spcPts val="0"/>
                        </a:spcBef>
                        <a:spcAft>
                          <a:spcPts val="0"/>
                        </a:spcAft>
                        <a:buClr>
                          <a:schemeClr val="dk1"/>
                        </a:buClr>
                        <a:buSzPts val="1400"/>
                        <a:buFont typeface="Times New Roman"/>
                        <a:buNone/>
                      </a:pPr>
                      <a:endParaRPr sz="1200" dirty="0">
                        <a:latin typeface="Times New Roman" panose="02020603050405020304" pitchFamily="18" charset="0"/>
                        <a:ea typeface="Roboto"/>
                        <a:cs typeface="Times New Roman" panose="02020603050405020304" pitchFamily="18" charset="0"/>
                        <a:sym typeface="Roboto"/>
                      </a:endParaRPr>
                    </a:p>
                    <a:p>
                      <a:pPr marL="0" marR="0" lvl="0" indent="0" algn="l" rtl="0">
                        <a:spcBef>
                          <a:spcPts val="0"/>
                        </a:spcBef>
                        <a:spcAft>
                          <a:spcPts val="0"/>
                        </a:spcAft>
                        <a:buClr>
                          <a:schemeClr val="dk1"/>
                        </a:buClr>
                        <a:buSzPts val="1400"/>
                        <a:buFont typeface="Times New Roman"/>
                        <a:buNone/>
                      </a:pPr>
                      <a:r>
                        <a:rPr lang="en-US" sz="1200" dirty="0">
                          <a:latin typeface="Times New Roman" panose="02020603050405020304" pitchFamily="18" charset="0"/>
                          <a:ea typeface="Roboto"/>
                          <a:cs typeface="Times New Roman" panose="02020603050405020304" pitchFamily="18" charset="0"/>
                          <a:sym typeface="Roboto"/>
                        </a:rPr>
                        <a:t>2021</a:t>
                      </a:r>
                      <a:endParaRPr sz="1200" dirty="0">
                        <a:latin typeface="Times New Roman" panose="02020603050405020304" pitchFamily="18" charset="0"/>
                        <a:ea typeface="Roboto"/>
                        <a:cs typeface="Times New Roman" panose="02020603050405020304" pitchFamily="18" charset="0"/>
                        <a:sym typeface="Roboto"/>
                      </a:endParaRPr>
                    </a:p>
                  </a:txBody>
                  <a:tcPr marL="91450" marR="91450" marT="45725" marB="45725"/>
                </a:tc>
                <a:tc>
                  <a:txBody>
                    <a:bodyPr/>
                    <a:lstStyle/>
                    <a:p>
                      <a:pPr marL="0" marR="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Tanuj Bhatt; Arashdeep Kaur</a:t>
                      </a:r>
                      <a:endParaRPr sz="12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Clr>
                          <a:schemeClr val="dk1"/>
                        </a:buClr>
                        <a:buSzPts val="1400"/>
                        <a:buFont typeface="Times New Roman"/>
                        <a:buNone/>
                      </a:pPr>
                      <a:r>
                        <a:rPr lang="en-US" sz="1200" dirty="0">
                          <a:latin typeface="Times New Roman" panose="02020603050405020304" pitchFamily="18" charset="0"/>
                          <a:ea typeface="Roboto"/>
                          <a:cs typeface="Times New Roman" panose="02020603050405020304" pitchFamily="18" charset="0"/>
                          <a:sym typeface="Roboto"/>
                        </a:rPr>
                        <a:t>Survey automated prediction/detection methods (WSN, IoT, CNN/DL, data mining), and compare reported effectiveness</a:t>
                      </a:r>
                      <a:endParaRPr sz="12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Clr>
                          <a:schemeClr val="dk1"/>
                        </a:buClr>
                        <a:buSzPts val="1400"/>
                        <a:buFont typeface="Times New Roman"/>
                        <a:buNone/>
                      </a:pPr>
                      <a:r>
                        <a:rPr lang="en-US" sz="1200" dirty="0">
                          <a:latin typeface="Times New Roman" panose="02020603050405020304" pitchFamily="18" charset="0"/>
                          <a:ea typeface="Roboto"/>
                          <a:cs typeface="Times New Roman" panose="02020603050405020304" pitchFamily="18" charset="0"/>
                          <a:sym typeface="Roboto"/>
                        </a:rPr>
                        <a:t>Review of WSN/IoT pipelines, image-based CNNs, climatology-driven ML, and hybrid systems; tabulated metrics and case studies</a:t>
                      </a:r>
                      <a:endParaRPr sz="12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l" rtl="0">
                        <a:spcBef>
                          <a:spcPts val="0"/>
                        </a:spcBef>
                        <a:spcAft>
                          <a:spcPts val="0"/>
                        </a:spcAft>
                        <a:buClr>
                          <a:schemeClr val="dk1"/>
                        </a:buClr>
                        <a:buSzPts val="1400"/>
                        <a:buFont typeface="Times New Roman"/>
                        <a:buNone/>
                      </a:pPr>
                      <a:r>
                        <a:rPr lang="en-US" sz="1200" u="none" strike="noStrike" cap="none" dirty="0">
                          <a:latin typeface="Times New Roman" panose="02020603050405020304" pitchFamily="18" charset="0"/>
                          <a:ea typeface="Times New Roman"/>
                          <a:cs typeface="Times New Roman" panose="02020603050405020304" pitchFamily="18" charset="0"/>
                          <a:sym typeface="Times New Roman"/>
                        </a:rPr>
                        <a:t>.</a:t>
                      </a:r>
                      <a:r>
                        <a:rPr lang="en-US" sz="1200" dirty="0">
                          <a:latin typeface="Times New Roman" panose="02020603050405020304" pitchFamily="18" charset="0"/>
                          <a:ea typeface="Roboto"/>
                          <a:cs typeface="Times New Roman" panose="02020603050405020304" pitchFamily="18" charset="0"/>
                          <a:sym typeface="Roboto"/>
                        </a:rPr>
                        <a:t>Reported accuracies include RF climatology ≈99% and CNN RGB/IR ≈98.48%; identifies challenges in data quality, latency, and deployment </a:t>
                      </a:r>
                      <a:endParaRPr sz="12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5"/>
          <p:cNvSpPr txBox="1">
            <a:spLocks noGrp="1"/>
          </p:cNvSpPr>
          <p:nvPr>
            <p:ph type="title"/>
          </p:nvPr>
        </p:nvSpPr>
        <p:spPr>
          <a:xfrm>
            <a:off x="982345" y="294005"/>
            <a:ext cx="7704455" cy="98869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onstantia"/>
              <a:buNone/>
            </a:pPr>
            <a:r>
              <a:rPr lang="en-US" sz="2800" b="1" dirty="0">
                <a:latin typeface="Times New Roman"/>
                <a:ea typeface="Times New Roman"/>
                <a:cs typeface="Times New Roman"/>
                <a:sym typeface="Times New Roman"/>
              </a:rPr>
              <a:t>Literature</a:t>
            </a:r>
            <a:r>
              <a:rPr lang="en-US" sz="2400" b="1" dirty="0">
                <a:latin typeface="Times New Roman"/>
                <a:ea typeface="Times New Roman"/>
                <a:cs typeface="Times New Roman"/>
                <a:sym typeface="Times New Roman"/>
              </a:rPr>
              <a:t> Survey</a:t>
            </a:r>
            <a:endParaRPr sz="2400" dirty="0"/>
          </a:p>
        </p:txBody>
      </p:sp>
      <p:sp>
        <p:nvSpPr>
          <p:cNvPr id="222" name="Google Shape;222;p25"/>
          <p:cNvSpPr txBox="1">
            <a:spLocks noGrp="1"/>
          </p:cNvSpPr>
          <p:nvPr>
            <p:ph type="body" idx="1"/>
          </p:nvPr>
        </p:nvSpPr>
        <p:spPr>
          <a:xfrm>
            <a:off x="1473790" y="1933907"/>
            <a:ext cx="6196500" cy="3603900"/>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1000"/>
              </a:spcBef>
              <a:spcAft>
                <a:spcPts val="0"/>
              </a:spcAft>
              <a:buSzPts val="2320"/>
              <a:buNone/>
            </a:pPr>
            <a:endParaRPr sz="1600">
              <a:latin typeface="Times New Roman"/>
              <a:ea typeface="Times New Roman"/>
              <a:cs typeface="Times New Roman"/>
              <a:sym typeface="Times New Roman"/>
            </a:endParaRPr>
          </a:p>
          <a:p>
            <a:pPr marL="0" lvl="0" indent="0" algn="l" rtl="0">
              <a:lnSpc>
                <a:spcPct val="115000"/>
              </a:lnSpc>
              <a:spcBef>
                <a:spcPts val="1000"/>
              </a:spcBef>
              <a:spcAft>
                <a:spcPts val="1000"/>
              </a:spcAft>
              <a:buSzPts val="2320"/>
              <a:buNone/>
            </a:pPr>
            <a:endParaRPr sz="1600">
              <a:latin typeface="Times New Roman"/>
              <a:ea typeface="Times New Roman"/>
              <a:cs typeface="Times New Roman"/>
              <a:sym typeface="Times New Roman"/>
            </a:endParaRPr>
          </a:p>
        </p:txBody>
      </p:sp>
      <p:sp>
        <p:nvSpPr>
          <p:cNvPr id="223" name="Google Shape;223;p25"/>
          <p:cNvSpPr txBox="1">
            <a:spLocks noGrp="1"/>
          </p:cNvSpPr>
          <p:nvPr>
            <p:ph type="sldNum" idx="12"/>
          </p:nvPr>
        </p:nvSpPr>
        <p:spPr>
          <a:xfrm>
            <a:off x="8258967" y="6108173"/>
            <a:ext cx="4278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00"/>
              <a:buFont typeface="Corbel"/>
              <a:buNone/>
            </a:pPr>
            <a:fld id="{00000000-1234-1234-1234-123412341234}" type="slidenum">
              <a:rPr lang="en-US">
                <a:solidFill>
                  <a:srgbClr val="000000"/>
                </a:solidFill>
              </a:rPr>
              <a:t>7</a:t>
            </a:fld>
            <a:endParaRPr>
              <a:solidFill>
                <a:srgbClr val="000000"/>
              </a:solidFill>
            </a:endParaRPr>
          </a:p>
        </p:txBody>
      </p:sp>
      <p:pic>
        <p:nvPicPr>
          <p:cNvPr id="224" name="Google Shape;224;p25"/>
          <p:cNvPicPr preferRelativeResize="0"/>
          <p:nvPr/>
        </p:nvPicPr>
        <p:blipFill rotWithShape="1">
          <a:blip r:embed="rId3">
            <a:alphaModFix/>
          </a:blip>
          <a:srcRect/>
          <a:stretch/>
        </p:blipFill>
        <p:spPr>
          <a:xfrm>
            <a:off x="7670290" y="340335"/>
            <a:ext cx="851975" cy="622300"/>
          </a:xfrm>
          <a:prstGeom prst="rect">
            <a:avLst/>
          </a:prstGeom>
          <a:noFill/>
          <a:ln>
            <a:noFill/>
          </a:ln>
        </p:spPr>
      </p:pic>
      <p:sp>
        <p:nvSpPr>
          <p:cNvPr id="225" name="Google Shape;225;p25"/>
          <p:cNvSpPr txBox="1"/>
          <p:nvPr/>
        </p:nvSpPr>
        <p:spPr>
          <a:xfrm>
            <a:off x="1600790" y="2060907"/>
            <a:ext cx="6196500" cy="3603900"/>
          </a:xfrm>
          <a:prstGeom prst="rect">
            <a:avLst/>
          </a:prstGeom>
          <a:noFill/>
          <a:ln>
            <a:noFill/>
          </a:ln>
        </p:spPr>
        <p:txBody>
          <a:bodyPr spcFirstLastPara="1" wrap="square" lIns="91425" tIns="45700" rIns="91425" bIns="45700" anchor="t" anchorCtr="0">
            <a:normAutofit/>
          </a:bodyPr>
          <a:lstStyle/>
          <a:p>
            <a:pPr marL="0" marR="0" lvl="0" indent="0" algn="l" rtl="0">
              <a:lnSpc>
                <a:spcPct val="115000"/>
              </a:lnSpc>
              <a:spcBef>
                <a:spcPts val="0"/>
              </a:spcBef>
              <a:spcAft>
                <a:spcPts val="0"/>
              </a:spcAft>
              <a:buClr>
                <a:srgbClr val="1186C3"/>
              </a:buClr>
              <a:buSzPts val="232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1000"/>
              </a:spcBef>
              <a:spcAft>
                <a:spcPts val="0"/>
              </a:spcAft>
              <a:buClr>
                <a:srgbClr val="1186C3"/>
              </a:buClr>
              <a:buSzPts val="2320"/>
              <a:buFont typeface="Arial"/>
              <a:buNone/>
            </a:pPr>
            <a:endParaRPr sz="1600" b="0" i="0" u="none" strike="noStrike" cap="none">
              <a:solidFill>
                <a:schemeClr val="dk1"/>
              </a:solidFill>
              <a:latin typeface="Times New Roman"/>
              <a:ea typeface="Times New Roman"/>
              <a:cs typeface="Times New Roman"/>
              <a:sym typeface="Times New Roman"/>
            </a:endParaRPr>
          </a:p>
        </p:txBody>
      </p:sp>
      <p:sp>
        <p:nvSpPr>
          <p:cNvPr id="226" name="Google Shape;226;p25"/>
          <p:cNvSpPr txBox="1"/>
          <p:nvPr/>
        </p:nvSpPr>
        <p:spPr>
          <a:xfrm>
            <a:off x="8385967" y="6235173"/>
            <a:ext cx="427833"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000000"/>
              </a:buClr>
              <a:buSzPts val="1000"/>
              <a:buFont typeface="Corbel"/>
              <a:buNone/>
            </a:pPr>
            <a:fld id="{00000000-1234-1234-1234-123412341234}" type="slidenum">
              <a:rPr lang="en-US" sz="1000" b="0" i="0" u="none" strike="noStrike" cap="none">
                <a:solidFill>
                  <a:srgbClr val="000000"/>
                </a:solidFill>
                <a:latin typeface="Corbel"/>
                <a:ea typeface="Corbel"/>
                <a:cs typeface="Corbel"/>
                <a:sym typeface="Corbel"/>
              </a:rPr>
              <a:t>7</a:t>
            </a:fld>
            <a:endParaRPr sz="1000" b="0" i="0" u="none" strike="noStrike" cap="none">
              <a:solidFill>
                <a:srgbClr val="000000"/>
              </a:solidFill>
              <a:latin typeface="Corbel"/>
              <a:ea typeface="Corbel"/>
              <a:cs typeface="Corbel"/>
              <a:sym typeface="Corbel"/>
            </a:endParaRPr>
          </a:p>
        </p:txBody>
      </p:sp>
      <p:graphicFrame>
        <p:nvGraphicFramePr>
          <p:cNvPr id="227" name="Google Shape;227;p25"/>
          <p:cNvGraphicFramePr/>
          <p:nvPr>
            <p:extLst>
              <p:ext uri="{D42A27DB-BD31-4B8C-83A1-F6EECF244321}">
                <p14:modId xmlns:p14="http://schemas.microsoft.com/office/powerpoint/2010/main" val="3384038019"/>
              </p:ext>
            </p:extLst>
          </p:nvPr>
        </p:nvGraphicFramePr>
        <p:xfrm>
          <a:off x="330200" y="1193193"/>
          <a:ext cx="8661400" cy="5417850"/>
        </p:xfrm>
        <a:graphic>
          <a:graphicData uri="http://schemas.openxmlformats.org/drawingml/2006/table">
            <a:tbl>
              <a:tblPr firstRow="1" bandRow="1">
                <a:noFill/>
                <a:tableStyleId>{6A04F7A0-8408-4207-9BE1-253A53803FA9}</a:tableStyleId>
              </a:tblPr>
              <a:tblGrid>
                <a:gridCol w="403725">
                  <a:extLst>
                    <a:ext uri="{9D8B030D-6E8A-4147-A177-3AD203B41FA5}">
                      <a16:colId xmlns:a16="http://schemas.microsoft.com/office/drawing/2014/main" val="20000"/>
                    </a:ext>
                  </a:extLst>
                </a:gridCol>
                <a:gridCol w="1726100">
                  <a:extLst>
                    <a:ext uri="{9D8B030D-6E8A-4147-A177-3AD203B41FA5}">
                      <a16:colId xmlns:a16="http://schemas.microsoft.com/office/drawing/2014/main" val="20001"/>
                    </a:ext>
                  </a:extLst>
                </a:gridCol>
                <a:gridCol w="1726100">
                  <a:extLst>
                    <a:ext uri="{9D8B030D-6E8A-4147-A177-3AD203B41FA5}">
                      <a16:colId xmlns:a16="http://schemas.microsoft.com/office/drawing/2014/main" val="20002"/>
                    </a:ext>
                  </a:extLst>
                </a:gridCol>
                <a:gridCol w="1275300">
                  <a:extLst>
                    <a:ext uri="{9D8B030D-6E8A-4147-A177-3AD203B41FA5}">
                      <a16:colId xmlns:a16="http://schemas.microsoft.com/office/drawing/2014/main" val="20003"/>
                    </a:ext>
                  </a:extLst>
                </a:gridCol>
                <a:gridCol w="1808050">
                  <a:extLst>
                    <a:ext uri="{9D8B030D-6E8A-4147-A177-3AD203B41FA5}">
                      <a16:colId xmlns:a16="http://schemas.microsoft.com/office/drawing/2014/main" val="20004"/>
                    </a:ext>
                  </a:extLst>
                </a:gridCol>
                <a:gridCol w="1722125">
                  <a:extLst>
                    <a:ext uri="{9D8B030D-6E8A-4147-A177-3AD203B41FA5}">
                      <a16:colId xmlns:a16="http://schemas.microsoft.com/office/drawing/2014/main" val="20005"/>
                    </a:ext>
                  </a:extLst>
                </a:gridCol>
              </a:tblGrid>
              <a:tr h="779765">
                <a:tc>
                  <a:txBody>
                    <a:bodyPr/>
                    <a:lstStyle/>
                    <a:p>
                      <a:pPr marL="0" marR="0" lvl="0" indent="0" algn="l" rtl="0">
                        <a:spcBef>
                          <a:spcPts val="0"/>
                        </a:spcBef>
                        <a:spcAft>
                          <a:spcPts val="0"/>
                        </a:spcAft>
                        <a:buClr>
                          <a:schemeClr val="dk1"/>
                        </a:buClr>
                        <a:buSzPts val="1600"/>
                        <a:buFont typeface="Times New Roman"/>
                        <a:buNone/>
                      </a:pPr>
                      <a:r>
                        <a:rPr lang="en-US" sz="1600" u="none" strike="noStrike" cap="none">
                          <a:latin typeface="Times New Roman"/>
                          <a:ea typeface="Times New Roman"/>
                          <a:cs typeface="Times New Roman"/>
                          <a:sym typeface="Times New Roman"/>
                        </a:rPr>
                        <a:t>SI.No</a:t>
                      </a:r>
                      <a:endParaRPr/>
                    </a:p>
                  </a:txBody>
                  <a:tcPr marL="91450" marR="91450" marT="45725" marB="45725"/>
                </a:tc>
                <a:tc>
                  <a:txBody>
                    <a:bodyPr/>
                    <a:lstStyle/>
                    <a:p>
                      <a:pPr marL="0" marR="0" lvl="0" indent="0" algn="l" rtl="0">
                        <a:spcBef>
                          <a:spcPts val="0"/>
                        </a:spcBef>
                        <a:spcAft>
                          <a:spcPts val="0"/>
                        </a:spcAft>
                        <a:buClr>
                          <a:schemeClr val="dk1"/>
                        </a:buClr>
                        <a:buSzPts val="1600"/>
                        <a:buFont typeface="Times New Roman"/>
                        <a:buNone/>
                      </a:pPr>
                      <a:r>
                        <a:rPr lang="en-US" sz="1600" u="none" strike="noStrike" cap="none" dirty="0">
                          <a:latin typeface="Times New Roman"/>
                          <a:ea typeface="Times New Roman"/>
                          <a:cs typeface="Times New Roman"/>
                          <a:sym typeface="Times New Roman"/>
                        </a:rPr>
                        <a:t>Title</a:t>
                      </a:r>
                      <a:r>
                        <a:rPr lang="en-US" sz="1600" dirty="0">
                          <a:latin typeface="Times New Roman"/>
                          <a:ea typeface="Times New Roman"/>
                          <a:cs typeface="Times New Roman"/>
                          <a:sym typeface="Times New Roman"/>
                        </a:rPr>
                        <a:t> of the Paper &amp; Publication Year</a:t>
                      </a:r>
                      <a:endParaRPr dirty="0"/>
                    </a:p>
                  </a:txBody>
                  <a:tcPr marL="91450" marR="91450" marT="45725" marB="45725"/>
                </a:tc>
                <a:tc>
                  <a:txBody>
                    <a:bodyPr/>
                    <a:lstStyle/>
                    <a:p>
                      <a:pPr marL="0" marR="0" lvl="0" indent="0" algn="l" rtl="0">
                        <a:spcBef>
                          <a:spcPts val="0"/>
                        </a:spcBef>
                        <a:spcAft>
                          <a:spcPts val="0"/>
                        </a:spcAft>
                        <a:buNone/>
                      </a:pPr>
                      <a:r>
                        <a:rPr lang="en-US" sz="1600" dirty="0">
                          <a:latin typeface="Times New Roman"/>
                          <a:ea typeface="Times New Roman"/>
                          <a:cs typeface="Times New Roman"/>
                          <a:sym typeface="Times New Roman"/>
                        </a:rPr>
                        <a:t>Authors</a:t>
                      </a:r>
                      <a:endParaRPr sz="16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Clr>
                          <a:schemeClr val="dk1"/>
                        </a:buClr>
                        <a:buSzPts val="1600"/>
                        <a:buFont typeface="Times New Roman"/>
                        <a:buNone/>
                      </a:pPr>
                      <a:r>
                        <a:rPr lang="en-US" sz="1600" u="none" strike="noStrike" cap="none">
                          <a:latin typeface="Times New Roman"/>
                          <a:ea typeface="Times New Roman"/>
                          <a:cs typeface="Times New Roman"/>
                          <a:sym typeface="Times New Roman"/>
                        </a:rPr>
                        <a:t>Problem Addressed</a:t>
                      </a:r>
                      <a:endParaRPr/>
                    </a:p>
                  </a:txBody>
                  <a:tcPr marL="91450" marR="91450" marT="45725" marB="45725"/>
                </a:tc>
                <a:tc>
                  <a:txBody>
                    <a:bodyPr/>
                    <a:lstStyle/>
                    <a:p>
                      <a:pPr marL="0" marR="0" lvl="0" indent="0" algn="l" rtl="0">
                        <a:spcBef>
                          <a:spcPts val="0"/>
                        </a:spcBef>
                        <a:spcAft>
                          <a:spcPts val="0"/>
                        </a:spcAft>
                        <a:buClr>
                          <a:schemeClr val="dk1"/>
                        </a:buClr>
                        <a:buSzPts val="1600"/>
                        <a:buFont typeface="Times New Roman"/>
                        <a:buNone/>
                      </a:pPr>
                      <a:r>
                        <a:rPr lang="en-US" sz="1600" u="none" strike="noStrike" cap="none">
                          <a:latin typeface="Times New Roman"/>
                          <a:ea typeface="Times New Roman"/>
                          <a:cs typeface="Times New Roman"/>
                          <a:sym typeface="Times New Roman"/>
                        </a:rPr>
                        <a:t>Approach / Methods</a:t>
                      </a:r>
                      <a:endParaRPr/>
                    </a:p>
                  </a:txBody>
                  <a:tcPr marL="91450" marR="91450" marT="45725" marB="45725"/>
                </a:tc>
                <a:tc>
                  <a:txBody>
                    <a:bodyPr/>
                    <a:lstStyle/>
                    <a:p>
                      <a:pPr marL="0" marR="0" lvl="0" indent="0" algn="l" rtl="0">
                        <a:spcBef>
                          <a:spcPts val="0"/>
                        </a:spcBef>
                        <a:spcAft>
                          <a:spcPts val="0"/>
                        </a:spcAft>
                        <a:buClr>
                          <a:schemeClr val="dk1"/>
                        </a:buClr>
                        <a:buSzPts val="1600"/>
                        <a:buFont typeface="Times New Roman"/>
                        <a:buNone/>
                      </a:pPr>
                      <a:r>
                        <a:rPr lang="en-US" sz="1600" u="none" strike="noStrike" cap="none">
                          <a:latin typeface="Times New Roman"/>
                          <a:ea typeface="Times New Roman"/>
                          <a:cs typeface="Times New Roman"/>
                          <a:sym typeface="Times New Roman"/>
                        </a:rPr>
                        <a:t>Key results / metrics</a:t>
                      </a:r>
                      <a:endParaRPr/>
                    </a:p>
                  </a:txBody>
                  <a:tcPr marL="91450" marR="91450" marT="45725" marB="45725"/>
                </a:tc>
                <a:extLst>
                  <a:ext uri="{0D108BD9-81ED-4DB2-BD59-A6C34878D82A}">
                    <a16:rowId xmlns:a16="http://schemas.microsoft.com/office/drawing/2014/main" val="10000"/>
                  </a:ext>
                </a:extLst>
              </a:tr>
              <a:tr h="1517025">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4.</a:t>
                      </a:r>
                      <a:endParaRPr/>
                    </a:p>
                  </a:txBody>
                  <a:tcPr marL="91450" marR="91450" marT="45725" marB="45725"/>
                </a:tc>
                <a:tc>
                  <a:txBody>
                    <a:bodyPr/>
                    <a:lstStyle/>
                    <a:p>
                      <a:pPr marL="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Forest Fire Risk Prediction: A Spatial Deep Neural Network-Based Framework</a:t>
                      </a:r>
                      <a:endParaRPr sz="1200" dirty="0">
                        <a:latin typeface="Times New Roman" panose="02020603050405020304" pitchFamily="18" charset="0"/>
                        <a:ea typeface="Roboto"/>
                        <a:cs typeface="Times New Roman" panose="02020603050405020304" pitchFamily="18" charset="0"/>
                        <a:sym typeface="Roboto"/>
                      </a:endParaRPr>
                    </a:p>
                    <a:p>
                      <a:pPr marL="0" lvl="0" indent="0" algn="l" rtl="0">
                        <a:spcBef>
                          <a:spcPts val="0"/>
                        </a:spcBef>
                        <a:spcAft>
                          <a:spcPts val="0"/>
                        </a:spcAft>
                        <a:buNone/>
                      </a:pPr>
                      <a:endParaRPr sz="1200" dirty="0">
                        <a:latin typeface="Times New Roman" panose="02020603050405020304" pitchFamily="18" charset="0"/>
                        <a:ea typeface="Roboto"/>
                        <a:cs typeface="Times New Roman" panose="02020603050405020304" pitchFamily="18" charset="0"/>
                        <a:sym typeface="Roboto"/>
                      </a:endParaRPr>
                    </a:p>
                    <a:p>
                      <a:pPr marL="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2021</a:t>
                      </a:r>
                      <a:endParaRPr sz="1200" dirty="0">
                        <a:latin typeface="Times New Roman" panose="02020603050405020304" pitchFamily="18" charset="0"/>
                        <a:ea typeface="Roboto"/>
                        <a:cs typeface="Times New Roman" panose="02020603050405020304" pitchFamily="18" charset="0"/>
                        <a:sym typeface="Roboto"/>
                      </a:endParaRPr>
                    </a:p>
                  </a:txBody>
                  <a:tcPr marL="91450" marR="91450" marT="45725" marB="45725"/>
                </a:tc>
                <a:tc>
                  <a:txBody>
                    <a:bodyPr/>
                    <a:lstStyle/>
                    <a:p>
                      <a:pPr marL="0" marR="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Mohsen Naderpour; Hossein Mojaddadi Rizeei; Fahimeh Ramezani</a:t>
                      </a:r>
                      <a:endParaRPr sz="12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tc>
                  <a:txBody>
                    <a:bodyPr/>
                    <a:lstStyle/>
                    <a:p>
                      <a:pPr marL="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Spatial forest‑fire risk mapping integrating hazard and vulnerability with optimized deep neural networks</a:t>
                      </a:r>
                      <a:endParaRPr sz="12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12 susceptibility factors (topography, land cover, climate, proximity) weighted via optimized MLP; AHP for social/physical vulnerability; risk = hazard × vulnerabilities</a:t>
                      </a:r>
                      <a:endParaRPr sz="120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High accuracy: ROC 95.1%, PRC 93.8%, kappa 94.3%; key contributors included road density, distance to river, land cover, and NDVI</a:t>
                      </a:r>
                      <a:endParaRPr sz="120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1"/>
                  </a:ext>
                </a:extLst>
              </a:tr>
              <a:tr h="1485900">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5.</a:t>
                      </a:r>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Environmental Fire Hazard Detection and Prediction using Random Forest Algorithm</a:t>
                      </a:r>
                      <a:endParaRPr sz="1200">
                        <a:latin typeface="Times New Roman" panose="02020603050405020304" pitchFamily="18" charset="0"/>
                        <a:ea typeface="Roboto"/>
                        <a:cs typeface="Times New Roman" panose="02020603050405020304" pitchFamily="18" charset="0"/>
                        <a:sym typeface="Roboto"/>
                      </a:endParaRPr>
                    </a:p>
                    <a:p>
                      <a:pPr marL="0" lvl="0" indent="0" algn="l" rtl="0">
                        <a:spcBef>
                          <a:spcPts val="0"/>
                        </a:spcBef>
                        <a:spcAft>
                          <a:spcPts val="0"/>
                        </a:spcAft>
                        <a:buNone/>
                      </a:pPr>
                      <a:endParaRPr sz="1200">
                        <a:latin typeface="Times New Roman" panose="02020603050405020304" pitchFamily="18" charset="0"/>
                        <a:ea typeface="Roboto"/>
                        <a:cs typeface="Times New Roman" panose="02020603050405020304" pitchFamily="18" charset="0"/>
                        <a:sym typeface="Roboto"/>
                      </a:endParaRPr>
                    </a:p>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2022</a:t>
                      </a:r>
                      <a:endParaRPr sz="1200">
                        <a:latin typeface="Times New Roman" panose="02020603050405020304" pitchFamily="18" charset="0"/>
                        <a:ea typeface="Roboto"/>
                        <a:cs typeface="Times New Roman" panose="02020603050405020304" pitchFamily="18" charset="0"/>
                        <a:sym typeface="Roboto"/>
                      </a:endParaRPr>
                    </a:p>
                  </a:txBody>
                  <a:tcPr marL="91450" marR="91450" marT="45725" marB="45725"/>
                </a:tc>
                <a:tc>
                  <a:txBody>
                    <a:bodyPr/>
                    <a:lstStyle/>
                    <a:p>
                      <a:pPr marL="0" marR="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Ranak Thakkar; Varad Abhyankar; </a:t>
                      </a:r>
                      <a:r>
                        <a:rPr lang="en-US" sz="1200" dirty="0" err="1">
                          <a:latin typeface="Times New Roman" panose="02020603050405020304" pitchFamily="18" charset="0"/>
                          <a:ea typeface="Roboto"/>
                          <a:cs typeface="Times New Roman" panose="02020603050405020304" pitchFamily="18" charset="0"/>
                          <a:sym typeface="Roboto"/>
                        </a:rPr>
                        <a:t>Polaka</a:t>
                      </a:r>
                      <a:r>
                        <a:rPr lang="en-US" sz="1200" dirty="0">
                          <a:latin typeface="Times New Roman" panose="02020603050405020304" pitchFamily="18" charset="0"/>
                          <a:ea typeface="Roboto"/>
                          <a:cs typeface="Times New Roman" panose="02020603050405020304" pitchFamily="18" charset="0"/>
                          <a:sym typeface="Roboto"/>
                        </a:rPr>
                        <a:t> Divya Reddy; Surya Prakash</a:t>
                      </a:r>
                      <a:endParaRPr sz="12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Predict wildfire potential on Montesinho (Portugal) environmental dataset</a:t>
                      </a:r>
                      <a:endParaRPr sz="120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Preprocessing, Pearson correlation matrix, Random Forest regression</a:t>
                      </a:r>
                      <a:endParaRPr sz="12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RF MAE ≈0.6664 and R² ≈0.9799; temperature positively associated with FFMC/DMC/DC/ISI; DC varied with month</a:t>
                      </a:r>
                      <a:endParaRPr sz="120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2"/>
                  </a:ext>
                </a:extLst>
              </a:tr>
              <a:tr h="761375">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6.</a:t>
                      </a:r>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Wildfire Path Prediction Spread using Machine Learning</a:t>
                      </a:r>
                      <a:endParaRPr sz="1200">
                        <a:latin typeface="Times New Roman" panose="02020603050405020304" pitchFamily="18" charset="0"/>
                        <a:ea typeface="Roboto"/>
                        <a:cs typeface="Times New Roman" panose="02020603050405020304" pitchFamily="18" charset="0"/>
                        <a:sym typeface="Roboto"/>
                      </a:endParaRPr>
                    </a:p>
                    <a:p>
                      <a:pPr marL="0" lvl="0" indent="0" algn="l" rtl="0">
                        <a:spcBef>
                          <a:spcPts val="0"/>
                        </a:spcBef>
                        <a:spcAft>
                          <a:spcPts val="0"/>
                        </a:spcAft>
                        <a:buNone/>
                      </a:pPr>
                      <a:endParaRPr sz="1200">
                        <a:latin typeface="Times New Roman" panose="02020603050405020304" pitchFamily="18" charset="0"/>
                        <a:ea typeface="Roboto"/>
                        <a:cs typeface="Times New Roman" panose="02020603050405020304" pitchFamily="18" charset="0"/>
                        <a:sym typeface="Roboto"/>
                      </a:endParaRPr>
                    </a:p>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2022</a:t>
                      </a:r>
                      <a:endParaRPr sz="1200">
                        <a:latin typeface="Times New Roman" panose="02020603050405020304" pitchFamily="18" charset="0"/>
                        <a:ea typeface="Roboto"/>
                        <a:cs typeface="Times New Roman" panose="02020603050405020304" pitchFamily="18" charset="0"/>
                        <a:sym typeface="Roboto"/>
                      </a:endParaRPr>
                    </a:p>
                  </a:txBody>
                  <a:tcPr marL="91450" marR="91450" marT="45725" marB="45725"/>
                </a:tc>
                <a:tc>
                  <a:txBody>
                    <a:bodyPr/>
                    <a:lstStyle/>
                    <a:p>
                      <a:pPr marL="0" marR="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Mapulane Makhaba; Simon Winberg</a:t>
                      </a:r>
                      <a:endParaRPr sz="12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Evaluate ML feasibility for predicting spatiotemporal wildfire spread from ignition</a:t>
                      </a:r>
                      <a:endParaRPr sz="120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Literature-based design and methods; compares A3C reinforcement learning vs LRCN (CNN+LSTM) using satellite, weather, and terrain inputs; proposes BBS/BAR validation</a:t>
                      </a:r>
                      <a:endParaRPr sz="120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Concludes LRCN better captures </a:t>
                      </a:r>
                      <a:r>
                        <a:rPr lang="en-US" sz="1200" dirty="0" err="1">
                          <a:latin typeface="Times New Roman" panose="02020603050405020304" pitchFamily="18" charset="0"/>
                          <a:ea typeface="Roboto"/>
                          <a:cs typeface="Times New Roman" panose="02020603050405020304" pitchFamily="18" charset="0"/>
                          <a:sym typeface="Roboto"/>
                        </a:rPr>
                        <a:t>spatial+temporal</a:t>
                      </a:r>
                      <a:r>
                        <a:rPr lang="en-US" sz="1200" dirty="0">
                          <a:latin typeface="Times New Roman" panose="02020603050405020304" pitchFamily="18" charset="0"/>
                          <a:ea typeface="Roboto"/>
                          <a:cs typeface="Times New Roman" panose="02020603050405020304" pitchFamily="18" charset="0"/>
                          <a:sym typeface="Roboto"/>
                        </a:rPr>
                        <a:t> dependencies; outlines data pipelines and validation protocols for operationalization </a:t>
                      </a:r>
                      <a:endParaRPr sz="12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26"/>
          <p:cNvSpPr txBox="1">
            <a:spLocks noGrp="1"/>
          </p:cNvSpPr>
          <p:nvPr>
            <p:ph type="title"/>
          </p:nvPr>
        </p:nvSpPr>
        <p:spPr>
          <a:xfrm>
            <a:off x="1125855" y="223520"/>
            <a:ext cx="7704455" cy="86169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onstantia"/>
              <a:buNone/>
            </a:pPr>
            <a:r>
              <a:rPr lang="en-US" sz="2800" b="1" dirty="0">
                <a:latin typeface="Times New Roman" panose="02020603050405020304" pitchFamily="18" charset="0"/>
                <a:cs typeface="Times New Roman" panose="02020603050405020304" pitchFamily="18" charset="0"/>
              </a:rPr>
              <a:t>Literature</a:t>
            </a:r>
            <a:r>
              <a:rPr lang="en-US" sz="2400" b="1" dirty="0">
                <a:latin typeface="Times New Roman" panose="02020603050405020304" pitchFamily="18" charset="0"/>
                <a:cs typeface="Times New Roman" panose="02020603050405020304" pitchFamily="18" charset="0"/>
              </a:rPr>
              <a:t> Survey</a:t>
            </a:r>
            <a:endParaRPr sz="2400" b="1" dirty="0">
              <a:latin typeface="Times New Roman" panose="02020603050405020304" pitchFamily="18" charset="0"/>
              <a:cs typeface="Times New Roman" panose="02020603050405020304" pitchFamily="18" charset="0"/>
            </a:endParaRPr>
          </a:p>
        </p:txBody>
      </p:sp>
      <p:sp>
        <p:nvSpPr>
          <p:cNvPr id="237" name="Google Shape;237;p26"/>
          <p:cNvSpPr txBox="1">
            <a:spLocks noGrp="1"/>
          </p:cNvSpPr>
          <p:nvPr>
            <p:ph type="body" idx="1"/>
          </p:nvPr>
        </p:nvSpPr>
        <p:spPr>
          <a:xfrm>
            <a:off x="1473790" y="1933907"/>
            <a:ext cx="6196500" cy="3603900"/>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1000"/>
              </a:spcBef>
              <a:spcAft>
                <a:spcPts val="0"/>
              </a:spcAft>
              <a:buSzPts val="2320"/>
              <a:buNone/>
            </a:pPr>
            <a:endParaRPr sz="1600">
              <a:latin typeface="Times New Roman"/>
              <a:ea typeface="Times New Roman"/>
              <a:cs typeface="Times New Roman"/>
              <a:sym typeface="Times New Roman"/>
            </a:endParaRPr>
          </a:p>
          <a:p>
            <a:pPr marL="0" lvl="0" indent="0" algn="l" rtl="0">
              <a:lnSpc>
                <a:spcPct val="115000"/>
              </a:lnSpc>
              <a:spcBef>
                <a:spcPts val="1000"/>
              </a:spcBef>
              <a:spcAft>
                <a:spcPts val="1000"/>
              </a:spcAft>
              <a:buSzPts val="2320"/>
              <a:buNone/>
            </a:pPr>
            <a:endParaRPr sz="1600">
              <a:latin typeface="Times New Roman"/>
              <a:ea typeface="Times New Roman"/>
              <a:cs typeface="Times New Roman"/>
              <a:sym typeface="Times New Roman"/>
            </a:endParaRPr>
          </a:p>
        </p:txBody>
      </p:sp>
      <p:sp>
        <p:nvSpPr>
          <p:cNvPr id="238" name="Google Shape;238;p26"/>
          <p:cNvSpPr txBox="1">
            <a:spLocks noGrp="1"/>
          </p:cNvSpPr>
          <p:nvPr>
            <p:ph type="sldNum" idx="12"/>
          </p:nvPr>
        </p:nvSpPr>
        <p:spPr>
          <a:xfrm>
            <a:off x="8258967" y="6108173"/>
            <a:ext cx="4278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00"/>
              <a:buFont typeface="Corbel"/>
              <a:buNone/>
            </a:pPr>
            <a:fld id="{00000000-1234-1234-1234-123412341234}" type="slidenum">
              <a:rPr lang="en-US">
                <a:solidFill>
                  <a:srgbClr val="000000"/>
                </a:solidFill>
              </a:rPr>
              <a:t>8</a:t>
            </a:fld>
            <a:endParaRPr>
              <a:solidFill>
                <a:srgbClr val="000000"/>
              </a:solidFill>
            </a:endParaRPr>
          </a:p>
        </p:txBody>
      </p:sp>
      <p:pic>
        <p:nvPicPr>
          <p:cNvPr id="239" name="Google Shape;239;p26"/>
          <p:cNvPicPr preferRelativeResize="0"/>
          <p:nvPr/>
        </p:nvPicPr>
        <p:blipFill rotWithShape="1">
          <a:blip r:embed="rId3">
            <a:alphaModFix/>
          </a:blip>
          <a:srcRect/>
          <a:stretch/>
        </p:blipFill>
        <p:spPr>
          <a:xfrm>
            <a:off x="7622575" y="342690"/>
            <a:ext cx="851975" cy="622300"/>
          </a:xfrm>
          <a:prstGeom prst="rect">
            <a:avLst/>
          </a:prstGeom>
          <a:noFill/>
          <a:ln>
            <a:noFill/>
          </a:ln>
        </p:spPr>
      </p:pic>
      <p:sp>
        <p:nvSpPr>
          <p:cNvPr id="240" name="Google Shape;240;p26"/>
          <p:cNvSpPr txBox="1"/>
          <p:nvPr/>
        </p:nvSpPr>
        <p:spPr>
          <a:xfrm>
            <a:off x="1600790" y="2060907"/>
            <a:ext cx="6196500" cy="3603900"/>
          </a:xfrm>
          <a:prstGeom prst="rect">
            <a:avLst/>
          </a:prstGeom>
          <a:noFill/>
          <a:ln>
            <a:noFill/>
          </a:ln>
        </p:spPr>
        <p:txBody>
          <a:bodyPr spcFirstLastPara="1" wrap="square" lIns="91425" tIns="45700" rIns="91425" bIns="45700" anchor="t" anchorCtr="0">
            <a:normAutofit/>
          </a:bodyPr>
          <a:lstStyle/>
          <a:p>
            <a:pPr marL="0" marR="0" lvl="0" indent="0" algn="l" rtl="0">
              <a:lnSpc>
                <a:spcPct val="115000"/>
              </a:lnSpc>
              <a:spcBef>
                <a:spcPts val="0"/>
              </a:spcBef>
              <a:spcAft>
                <a:spcPts val="0"/>
              </a:spcAft>
              <a:buClr>
                <a:srgbClr val="1186C3"/>
              </a:buClr>
              <a:buSzPts val="232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1000"/>
              </a:spcBef>
              <a:spcAft>
                <a:spcPts val="0"/>
              </a:spcAft>
              <a:buClr>
                <a:srgbClr val="1186C3"/>
              </a:buClr>
              <a:buSzPts val="2320"/>
              <a:buFont typeface="Arial"/>
              <a:buNone/>
            </a:pPr>
            <a:endParaRPr sz="1600" b="0" i="0" u="none" strike="noStrike" cap="none">
              <a:solidFill>
                <a:schemeClr val="dk1"/>
              </a:solidFill>
              <a:latin typeface="Times New Roman"/>
              <a:ea typeface="Times New Roman"/>
              <a:cs typeface="Times New Roman"/>
              <a:sym typeface="Times New Roman"/>
            </a:endParaRPr>
          </a:p>
        </p:txBody>
      </p:sp>
      <p:sp>
        <p:nvSpPr>
          <p:cNvPr id="241" name="Google Shape;241;p26"/>
          <p:cNvSpPr txBox="1"/>
          <p:nvPr/>
        </p:nvSpPr>
        <p:spPr>
          <a:xfrm>
            <a:off x="8385967" y="6235173"/>
            <a:ext cx="427833"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000000"/>
              </a:buClr>
              <a:buSzPts val="1000"/>
              <a:buFont typeface="Corbel"/>
              <a:buNone/>
            </a:pPr>
            <a:fld id="{00000000-1234-1234-1234-123412341234}" type="slidenum">
              <a:rPr lang="en-US" sz="1000" b="0" i="0" u="none" strike="noStrike" cap="none">
                <a:solidFill>
                  <a:srgbClr val="000000"/>
                </a:solidFill>
                <a:latin typeface="Corbel"/>
                <a:ea typeface="Corbel"/>
                <a:cs typeface="Corbel"/>
                <a:sym typeface="Corbel"/>
              </a:rPr>
              <a:t>8</a:t>
            </a:fld>
            <a:endParaRPr sz="1000" b="0" i="0" u="none" strike="noStrike" cap="none">
              <a:solidFill>
                <a:srgbClr val="000000"/>
              </a:solidFill>
              <a:latin typeface="Corbel"/>
              <a:ea typeface="Corbel"/>
              <a:cs typeface="Corbel"/>
              <a:sym typeface="Corbel"/>
            </a:endParaRPr>
          </a:p>
        </p:txBody>
      </p:sp>
      <p:sp>
        <p:nvSpPr>
          <p:cNvPr id="242" name="Google Shape;242;p26"/>
          <p:cNvSpPr txBox="1"/>
          <p:nvPr/>
        </p:nvSpPr>
        <p:spPr>
          <a:xfrm>
            <a:off x="1600790" y="2060907"/>
            <a:ext cx="6196500" cy="3603900"/>
          </a:xfrm>
          <a:prstGeom prst="rect">
            <a:avLst/>
          </a:prstGeom>
          <a:noFill/>
          <a:ln>
            <a:noFill/>
          </a:ln>
        </p:spPr>
        <p:txBody>
          <a:bodyPr spcFirstLastPara="1" wrap="square" lIns="91425" tIns="45700" rIns="91425" bIns="45700" anchor="t" anchorCtr="0">
            <a:normAutofit/>
          </a:bodyPr>
          <a:lstStyle/>
          <a:p>
            <a:pPr marL="0" marR="0" lvl="0" indent="0" algn="l" rtl="0">
              <a:lnSpc>
                <a:spcPct val="115000"/>
              </a:lnSpc>
              <a:spcBef>
                <a:spcPts val="0"/>
              </a:spcBef>
              <a:spcAft>
                <a:spcPts val="0"/>
              </a:spcAft>
              <a:buClr>
                <a:srgbClr val="1186C3"/>
              </a:buClr>
              <a:buSzPts val="232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1000"/>
              </a:spcBef>
              <a:spcAft>
                <a:spcPts val="0"/>
              </a:spcAft>
              <a:buClr>
                <a:srgbClr val="1186C3"/>
              </a:buClr>
              <a:buSzPts val="2320"/>
              <a:buFont typeface="Arial"/>
              <a:buNone/>
            </a:pPr>
            <a:endParaRPr sz="1600" b="0" i="0" u="none" strike="noStrike" cap="none">
              <a:solidFill>
                <a:schemeClr val="dk1"/>
              </a:solidFill>
              <a:latin typeface="Times New Roman"/>
              <a:ea typeface="Times New Roman"/>
              <a:cs typeface="Times New Roman"/>
              <a:sym typeface="Times New Roman"/>
            </a:endParaRPr>
          </a:p>
        </p:txBody>
      </p:sp>
      <p:sp>
        <p:nvSpPr>
          <p:cNvPr id="243" name="Google Shape;243;p26"/>
          <p:cNvSpPr txBox="1"/>
          <p:nvPr/>
        </p:nvSpPr>
        <p:spPr>
          <a:xfrm>
            <a:off x="8385967" y="6235173"/>
            <a:ext cx="427833"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000000"/>
              </a:buClr>
              <a:buSzPts val="1000"/>
              <a:buFont typeface="Corbel"/>
              <a:buNone/>
            </a:pPr>
            <a:fld id="{00000000-1234-1234-1234-123412341234}" type="slidenum">
              <a:rPr lang="en-US" sz="1000" b="0" i="0" u="none" strike="noStrike" cap="none">
                <a:solidFill>
                  <a:srgbClr val="000000"/>
                </a:solidFill>
                <a:latin typeface="Corbel"/>
                <a:ea typeface="Corbel"/>
                <a:cs typeface="Corbel"/>
                <a:sym typeface="Corbel"/>
              </a:rPr>
              <a:t>8</a:t>
            </a:fld>
            <a:endParaRPr sz="1000" b="0" i="0" u="none" strike="noStrike" cap="none">
              <a:solidFill>
                <a:srgbClr val="000000"/>
              </a:solidFill>
              <a:latin typeface="Corbel"/>
              <a:ea typeface="Corbel"/>
              <a:cs typeface="Corbel"/>
              <a:sym typeface="Corbel"/>
            </a:endParaRPr>
          </a:p>
        </p:txBody>
      </p:sp>
      <p:graphicFrame>
        <p:nvGraphicFramePr>
          <p:cNvPr id="244" name="Google Shape;244;p26"/>
          <p:cNvGraphicFramePr/>
          <p:nvPr>
            <p:extLst>
              <p:ext uri="{D42A27DB-BD31-4B8C-83A1-F6EECF244321}">
                <p14:modId xmlns:p14="http://schemas.microsoft.com/office/powerpoint/2010/main" val="1863599257"/>
              </p:ext>
            </p:extLst>
          </p:nvPr>
        </p:nvGraphicFramePr>
        <p:xfrm>
          <a:off x="318770" y="1158240"/>
          <a:ext cx="8661400" cy="5661690"/>
        </p:xfrm>
        <a:graphic>
          <a:graphicData uri="http://schemas.openxmlformats.org/drawingml/2006/table">
            <a:tbl>
              <a:tblPr firstRow="1" bandRow="1">
                <a:noFill/>
                <a:tableStyleId>{6A04F7A0-8408-4207-9BE1-253A53803FA9}</a:tableStyleId>
              </a:tblPr>
              <a:tblGrid>
                <a:gridCol w="480300">
                  <a:extLst>
                    <a:ext uri="{9D8B030D-6E8A-4147-A177-3AD203B41FA5}">
                      <a16:colId xmlns:a16="http://schemas.microsoft.com/office/drawing/2014/main" val="20000"/>
                    </a:ext>
                  </a:extLst>
                </a:gridCol>
                <a:gridCol w="1610650">
                  <a:extLst>
                    <a:ext uri="{9D8B030D-6E8A-4147-A177-3AD203B41FA5}">
                      <a16:colId xmlns:a16="http://schemas.microsoft.com/office/drawing/2014/main" val="20001"/>
                    </a:ext>
                  </a:extLst>
                </a:gridCol>
                <a:gridCol w="1654625">
                  <a:extLst>
                    <a:ext uri="{9D8B030D-6E8A-4147-A177-3AD203B41FA5}">
                      <a16:colId xmlns:a16="http://schemas.microsoft.com/office/drawing/2014/main" val="20002"/>
                    </a:ext>
                  </a:extLst>
                </a:gridCol>
                <a:gridCol w="1356700">
                  <a:extLst>
                    <a:ext uri="{9D8B030D-6E8A-4147-A177-3AD203B41FA5}">
                      <a16:colId xmlns:a16="http://schemas.microsoft.com/office/drawing/2014/main" val="20003"/>
                    </a:ext>
                  </a:extLst>
                </a:gridCol>
                <a:gridCol w="1822875">
                  <a:extLst>
                    <a:ext uri="{9D8B030D-6E8A-4147-A177-3AD203B41FA5}">
                      <a16:colId xmlns:a16="http://schemas.microsoft.com/office/drawing/2014/main" val="20004"/>
                    </a:ext>
                  </a:extLst>
                </a:gridCol>
                <a:gridCol w="1736250">
                  <a:extLst>
                    <a:ext uri="{9D8B030D-6E8A-4147-A177-3AD203B41FA5}">
                      <a16:colId xmlns:a16="http://schemas.microsoft.com/office/drawing/2014/main" val="20005"/>
                    </a:ext>
                  </a:extLst>
                </a:gridCol>
              </a:tblGrid>
              <a:tr h="551175">
                <a:tc>
                  <a:txBody>
                    <a:bodyPr/>
                    <a:lstStyle/>
                    <a:p>
                      <a:pPr marL="0" marR="0" lvl="0" indent="0" algn="l" rtl="0">
                        <a:spcBef>
                          <a:spcPts val="0"/>
                        </a:spcBef>
                        <a:spcAft>
                          <a:spcPts val="0"/>
                        </a:spcAft>
                        <a:buClr>
                          <a:schemeClr val="dk1"/>
                        </a:buClr>
                        <a:buSzPts val="1600"/>
                        <a:buFont typeface="Times New Roman"/>
                        <a:buNone/>
                      </a:pPr>
                      <a:r>
                        <a:rPr lang="en-US" sz="1600" u="none" strike="noStrike" cap="none">
                          <a:latin typeface="Times New Roman"/>
                          <a:ea typeface="Times New Roman"/>
                          <a:cs typeface="Times New Roman"/>
                          <a:sym typeface="Times New Roman"/>
                        </a:rPr>
                        <a:t>SI.No</a:t>
                      </a:r>
                      <a:endParaRPr/>
                    </a:p>
                  </a:txBody>
                  <a:tcPr marL="91450" marR="91450" marT="45725" marB="45725"/>
                </a:tc>
                <a:tc>
                  <a:txBody>
                    <a:bodyPr/>
                    <a:lstStyle/>
                    <a:p>
                      <a:pPr marL="0" marR="0" lvl="0" indent="0" algn="l" rtl="0">
                        <a:spcBef>
                          <a:spcPts val="0"/>
                        </a:spcBef>
                        <a:spcAft>
                          <a:spcPts val="0"/>
                        </a:spcAft>
                        <a:buClr>
                          <a:schemeClr val="dk1"/>
                        </a:buClr>
                        <a:buSzPts val="1600"/>
                        <a:buFont typeface="Times New Roman"/>
                        <a:buNone/>
                      </a:pPr>
                      <a:r>
                        <a:rPr lang="en-US" sz="1600" u="none" strike="noStrike" cap="none" dirty="0">
                          <a:latin typeface="Times New Roman"/>
                          <a:ea typeface="Times New Roman"/>
                          <a:cs typeface="Times New Roman"/>
                          <a:sym typeface="Times New Roman"/>
                        </a:rPr>
                        <a:t>Title</a:t>
                      </a:r>
                      <a:r>
                        <a:rPr lang="en-US" sz="1600" dirty="0">
                          <a:latin typeface="Times New Roman"/>
                          <a:ea typeface="Times New Roman"/>
                          <a:cs typeface="Times New Roman"/>
                          <a:sym typeface="Times New Roman"/>
                        </a:rPr>
                        <a:t> of the Paper &amp; Publication year</a:t>
                      </a:r>
                      <a:endParaRPr dirty="0"/>
                    </a:p>
                  </a:txBody>
                  <a:tcPr marL="91450" marR="91450" marT="45725" marB="45725"/>
                </a:tc>
                <a:tc>
                  <a:txBody>
                    <a:bodyPr/>
                    <a:lstStyle/>
                    <a:p>
                      <a:pPr marL="0" marR="0" lvl="0" indent="0" algn="l" rtl="0">
                        <a:spcBef>
                          <a:spcPts val="0"/>
                        </a:spcBef>
                        <a:spcAft>
                          <a:spcPts val="0"/>
                        </a:spcAft>
                        <a:buNone/>
                      </a:pPr>
                      <a:r>
                        <a:rPr lang="en-US" sz="1600">
                          <a:latin typeface="Times New Roman"/>
                          <a:ea typeface="Times New Roman"/>
                          <a:cs typeface="Times New Roman"/>
                          <a:sym typeface="Times New Roman"/>
                        </a:rPr>
                        <a:t>Authors</a:t>
                      </a:r>
                      <a:endParaRPr sz="16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Clr>
                          <a:schemeClr val="dk1"/>
                        </a:buClr>
                        <a:buSzPts val="1600"/>
                        <a:buFont typeface="Times New Roman"/>
                        <a:buNone/>
                      </a:pPr>
                      <a:r>
                        <a:rPr lang="en-US" sz="1600" u="none" strike="noStrike" cap="none">
                          <a:latin typeface="Times New Roman"/>
                          <a:ea typeface="Times New Roman"/>
                          <a:cs typeface="Times New Roman"/>
                          <a:sym typeface="Times New Roman"/>
                        </a:rPr>
                        <a:t>Problem Addressed</a:t>
                      </a:r>
                      <a:endParaRPr/>
                    </a:p>
                  </a:txBody>
                  <a:tcPr marL="91450" marR="91450" marT="45725" marB="45725"/>
                </a:tc>
                <a:tc>
                  <a:txBody>
                    <a:bodyPr/>
                    <a:lstStyle/>
                    <a:p>
                      <a:pPr marL="0" marR="0" lvl="0" indent="0" algn="l" rtl="0">
                        <a:spcBef>
                          <a:spcPts val="0"/>
                        </a:spcBef>
                        <a:spcAft>
                          <a:spcPts val="0"/>
                        </a:spcAft>
                        <a:buClr>
                          <a:schemeClr val="dk1"/>
                        </a:buClr>
                        <a:buSzPts val="1600"/>
                        <a:buFont typeface="Times New Roman"/>
                        <a:buNone/>
                      </a:pPr>
                      <a:r>
                        <a:rPr lang="en-US" sz="1600" u="none" strike="noStrike" cap="none">
                          <a:latin typeface="Times New Roman"/>
                          <a:ea typeface="Times New Roman"/>
                          <a:cs typeface="Times New Roman"/>
                          <a:sym typeface="Times New Roman"/>
                        </a:rPr>
                        <a:t>Approach / Methods</a:t>
                      </a:r>
                      <a:endParaRPr/>
                    </a:p>
                  </a:txBody>
                  <a:tcPr marL="91450" marR="91450" marT="45725" marB="45725"/>
                </a:tc>
                <a:tc>
                  <a:txBody>
                    <a:bodyPr/>
                    <a:lstStyle/>
                    <a:p>
                      <a:pPr marL="0" marR="0" lvl="0" indent="0" algn="l" rtl="0">
                        <a:spcBef>
                          <a:spcPts val="0"/>
                        </a:spcBef>
                        <a:spcAft>
                          <a:spcPts val="0"/>
                        </a:spcAft>
                        <a:buClr>
                          <a:schemeClr val="dk1"/>
                        </a:buClr>
                        <a:buSzPts val="1600"/>
                        <a:buFont typeface="Times New Roman"/>
                        <a:buNone/>
                      </a:pPr>
                      <a:r>
                        <a:rPr lang="en-US" sz="1600" u="none" strike="noStrike" cap="none">
                          <a:latin typeface="Times New Roman"/>
                          <a:ea typeface="Times New Roman"/>
                          <a:cs typeface="Times New Roman"/>
                          <a:sym typeface="Times New Roman"/>
                        </a:rPr>
                        <a:t>Key results / metrics</a:t>
                      </a:r>
                      <a:endParaRPr/>
                    </a:p>
                  </a:txBody>
                  <a:tcPr marL="91450" marR="91450" marT="45725" marB="45725"/>
                </a:tc>
                <a:extLst>
                  <a:ext uri="{0D108BD9-81ED-4DB2-BD59-A6C34878D82A}">
                    <a16:rowId xmlns:a16="http://schemas.microsoft.com/office/drawing/2014/main" val="10000"/>
                  </a:ext>
                </a:extLst>
              </a:tr>
              <a:tr h="1517025">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7.</a:t>
                      </a:r>
                      <a:endParaRPr/>
                    </a:p>
                  </a:txBody>
                  <a:tcPr marL="91450" marR="91450" marT="45725" marB="45725"/>
                </a:tc>
                <a:tc>
                  <a:txBody>
                    <a:bodyPr/>
                    <a:lstStyle/>
                    <a:p>
                      <a:pPr marL="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Forecasting wildfires in major forest types of India</a:t>
                      </a:r>
                      <a:endParaRPr sz="1200" dirty="0">
                        <a:latin typeface="Times New Roman" panose="02020603050405020304" pitchFamily="18" charset="0"/>
                        <a:ea typeface="Roboto"/>
                        <a:cs typeface="Times New Roman" panose="02020603050405020304" pitchFamily="18" charset="0"/>
                        <a:sym typeface="Roboto"/>
                      </a:endParaRPr>
                    </a:p>
                    <a:p>
                      <a:pPr marL="0" lvl="0" indent="0" algn="l" rtl="0">
                        <a:spcBef>
                          <a:spcPts val="0"/>
                        </a:spcBef>
                        <a:spcAft>
                          <a:spcPts val="0"/>
                        </a:spcAft>
                        <a:buNone/>
                      </a:pPr>
                      <a:endParaRPr sz="1200" dirty="0">
                        <a:latin typeface="Times New Roman" panose="02020603050405020304" pitchFamily="18" charset="0"/>
                        <a:ea typeface="Roboto"/>
                        <a:cs typeface="Times New Roman" panose="02020603050405020304" pitchFamily="18" charset="0"/>
                        <a:sym typeface="Roboto"/>
                      </a:endParaRPr>
                    </a:p>
                    <a:p>
                      <a:pPr marL="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2022</a:t>
                      </a:r>
                      <a:endParaRPr sz="1200" dirty="0">
                        <a:latin typeface="Times New Roman" panose="02020603050405020304" pitchFamily="18" charset="0"/>
                        <a:ea typeface="Roboto"/>
                        <a:cs typeface="Times New Roman" panose="02020603050405020304" pitchFamily="18" charset="0"/>
                        <a:sym typeface="Roboto"/>
                      </a:endParaRPr>
                    </a:p>
                  </a:txBody>
                  <a:tcPr marL="91450" marR="91450" marT="45725" marB="45725"/>
                </a:tc>
                <a:tc>
                  <a:txBody>
                    <a:bodyPr/>
                    <a:lstStyle/>
                    <a:p>
                      <a:pPr marL="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Manish P. Kale; Asima Mishra; Satish Pardeshi; </a:t>
                      </a:r>
                      <a:r>
                        <a:rPr lang="en-US" sz="1200" dirty="0" err="1">
                          <a:latin typeface="Times New Roman" panose="02020603050405020304" pitchFamily="18" charset="0"/>
                          <a:ea typeface="Roboto"/>
                          <a:cs typeface="Times New Roman" panose="02020603050405020304" pitchFamily="18" charset="0"/>
                          <a:sym typeface="Roboto"/>
                        </a:rPr>
                        <a:t>Suddhasheel</a:t>
                      </a:r>
                      <a:r>
                        <a:rPr lang="en-US" sz="1200" dirty="0">
                          <a:latin typeface="Times New Roman" panose="02020603050405020304" pitchFamily="18" charset="0"/>
                          <a:ea typeface="Roboto"/>
                          <a:cs typeface="Times New Roman" panose="02020603050405020304" pitchFamily="18" charset="0"/>
                          <a:sym typeface="Roboto"/>
                        </a:rPr>
                        <a:t> Ghosh; D. S. Pai; Parth Sarathi Roy</a:t>
                      </a:r>
                      <a:endParaRPr sz="12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Monthly forest-fire count forecasting across Indian forest types; compare univariate ARIMA vs ARIMA with regressors</a:t>
                      </a:r>
                      <a:endParaRPr sz="120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MODIS AF (2003–2017) with IMD dry days and temperature; auto.arima; validation via ACF/PACF, cumulative periodogram, and Ljung–Box</a:t>
                      </a:r>
                      <a:endParaRPr sz="120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Univariate ARIMA preferred for parsimony; R² varied by type and horizon, e.g., TDDF overall R² ≈0.64, TMDF ≈0.89, TEGF ≈0.89; regressors gave slight 1‑year gains </a:t>
                      </a:r>
                      <a:endParaRPr sz="120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1"/>
                  </a:ext>
                </a:extLst>
              </a:tr>
              <a:tr h="1485900">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8.</a:t>
                      </a:r>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Simulation of forest fire spread based on artificial intelligence</a:t>
                      </a:r>
                      <a:endParaRPr sz="1200">
                        <a:latin typeface="Times New Roman" panose="02020603050405020304" pitchFamily="18" charset="0"/>
                        <a:ea typeface="Roboto"/>
                        <a:cs typeface="Times New Roman" panose="02020603050405020304" pitchFamily="18" charset="0"/>
                        <a:sym typeface="Roboto"/>
                      </a:endParaRPr>
                    </a:p>
                    <a:p>
                      <a:pPr marL="0" lvl="0" indent="0" algn="l" rtl="0">
                        <a:spcBef>
                          <a:spcPts val="0"/>
                        </a:spcBef>
                        <a:spcAft>
                          <a:spcPts val="0"/>
                        </a:spcAft>
                        <a:buNone/>
                      </a:pPr>
                      <a:endParaRPr sz="1200">
                        <a:latin typeface="Times New Roman" panose="02020603050405020304" pitchFamily="18" charset="0"/>
                        <a:ea typeface="Roboto"/>
                        <a:cs typeface="Times New Roman" panose="02020603050405020304" pitchFamily="18" charset="0"/>
                        <a:sym typeface="Roboto"/>
                      </a:endParaRPr>
                    </a:p>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2022</a:t>
                      </a:r>
                      <a:endParaRPr sz="1200">
                        <a:latin typeface="Times New Roman" panose="02020603050405020304" pitchFamily="18" charset="0"/>
                        <a:ea typeface="Roboto"/>
                        <a:cs typeface="Times New Roman" panose="02020603050405020304" pitchFamily="18" charset="0"/>
                        <a:sym typeface="Roboto"/>
                      </a:endParaRPr>
                    </a:p>
                  </a:txBody>
                  <a:tcPr marL="91450" marR="91450" marT="45725" marB="45725"/>
                </a:tc>
                <a:tc>
                  <a:txBody>
                    <a:bodyPr/>
                    <a:lstStyle/>
                    <a:p>
                      <a:pPr marL="0" lvl="0" indent="0" algn="l" rtl="0">
                        <a:spcBef>
                          <a:spcPts val="0"/>
                        </a:spcBef>
                        <a:spcAft>
                          <a:spcPts val="0"/>
                        </a:spcAft>
                        <a:buNone/>
                      </a:pPr>
                      <a:r>
                        <a:rPr lang="en-US" sz="1200" dirty="0" err="1">
                          <a:latin typeface="Times New Roman" panose="02020603050405020304" pitchFamily="18" charset="0"/>
                          <a:ea typeface="Roboto"/>
                          <a:cs typeface="Times New Roman" panose="02020603050405020304" pitchFamily="18" charset="0"/>
                          <a:sym typeface="Roboto"/>
                        </a:rPr>
                        <a:t>Zechuan</a:t>
                      </a:r>
                      <a:r>
                        <a:rPr lang="en-US" sz="1200" dirty="0">
                          <a:latin typeface="Times New Roman" panose="02020603050405020304" pitchFamily="18" charset="0"/>
                          <a:ea typeface="Roboto"/>
                          <a:cs typeface="Times New Roman" panose="02020603050405020304" pitchFamily="18" charset="0"/>
                          <a:sym typeface="Roboto"/>
                        </a:rPr>
                        <a:t> Wu; Bin Wang; Mingze Li; Yuping Tian; Ying Quan; Jianyang Liu</a:t>
                      </a:r>
                      <a:endParaRPr sz="12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Practical spread modeling in heterogeneous fuels/terrain; compare ANN vs cellular automata–physics hybrid</a:t>
                      </a:r>
                      <a:endParaRPr sz="12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ANN spread model with multi‑dimensional environmental inputs; </a:t>
                      </a:r>
                      <a:r>
                        <a:rPr lang="en-US" sz="1200" dirty="0" err="1">
                          <a:latin typeface="Times New Roman" panose="02020603050405020304" pitchFamily="18" charset="0"/>
                          <a:ea typeface="Roboto"/>
                          <a:cs typeface="Times New Roman" panose="02020603050405020304" pitchFamily="18" charset="0"/>
                          <a:sym typeface="Roboto"/>
                        </a:rPr>
                        <a:t>CA+Wang</a:t>
                      </a:r>
                      <a:r>
                        <a:rPr lang="en-US" sz="1200" dirty="0">
                          <a:latin typeface="Times New Roman" panose="02020603050405020304" pitchFamily="18" charset="0"/>
                          <a:ea typeface="Roboto"/>
                          <a:cs typeface="Times New Roman" panose="02020603050405020304" pitchFamily="18" charset="0"/>
                          <a:sym typeface="Roboto"/>
                        </a:rPr>
                        <a:t> Zhengfei comparison; case study in Heilongjiang</a:t>
                      </a:r>
                      <a:endParaRPr sz="12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ANN achieved avg accuracy 85.02%, sensitivity 95.26%, F1 89.85%; suitable for rapid spread mapping for large fires </a:t>
                      </a:r>
                      <a:endParaRPr sz="12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2"/>
                  </a:ext>
                </a:extLst>
              </a:tr>
              <a:tr h="1186325">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9.</a:t>
                      </a:r>
                      <a:endParaRPr/>
                    </a:p>
                  </a:txBody>
                  <a:tcPr marL="91450" marR="91450" marT="45725" marB="45725"/>
                </a:tc>
                <a:tc>
                  <a:txBody>
                    <a:bodyPr/>
                    <a:lstStyle/>
                    <a:p>
                      <a:pPr marL="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A Forest Fire Prediction Model Based on Cellular Automata and Machine Learning</a:t>
                      </a:r>
                      <a:endParaRPr sz="1200" dirty="0">
                        <a:latin typeface="Times New Roman" panose="02020603050405020304" pitchFamily="18" charset="0"/>
                        <a:ea typeface="Roboto"/>
                        <a:cs typeface="Times New Roman" panose="02020603050405020304" pitchFamily="18" charset="0"/>
                        <a:sym typeface="Roboto"/>
                      </a:endParaRPr>
                    </a:p>
                    <a:p>
                      <a:pPr marL="0" lvl="0" indent="0" algn="l" rtl="0">
                        <a:spcBef>
                          <a:spcPts val="0"/>
                        </a:spcBef>
                        <a:spcAft>
                          <a:spcPts val="0"/>
                        </a:spcAft>
                        <a:buNone/>
                      </a:pPr>
                      <a:endParaRPr sz="1200" dirty="0">
                        <a:latin typeface="Times New Roman" panose="02020603050405020304" pitchFamily="18" charset="0"/>
                        <a:ea typeface="Roboto"/>
                        <a:cs typeface="Times New Roman" panose="02020603050405020304" pitchFamily="18" charset="0"/>
                        <a:sym typeface="Roboto"/>
                      </a:endParaRPr>
                    </a:p>
                    <a:p>
                      <a:pPr marL="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2022</a:t>
                      </a:r>
                      <a:endParaRPr sz="1200" dirty="0">
                        <a:latin typeface="Times New Roman" panose="02020603050405020304" pitchFamily="18" charset="0"/>
                        <a:ea typeface="Roboto"/>
                        <a:cs typeface="Times New Roman" panose="02020603050405020304" pitchFamily="18" charset="0"/>
                        <a:sym typeface="Roboto"/>
                      </a:endParaRPr>
                    </a:p>
                  </a:txBody>
                  <a:tcPr marL="91450" marR="91450" marT="45725" marB="45725"/>
                </a:tc>
                <a:tc>
                  <a:txBody>
                    <a:bodyPr/>
                    <a:lstStyle/>
                    <a:p>
                      <a:pPr marL="0" marR="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Xuan Sun; Ning Li; </a:t>
                      </a:r>
                      <a:r>
                        <a:rPr lang="en-US" sz="1200" dirty="0" err="1">
                          <a:latin typeface="Times New Roman" panose="02020603050405020304" pitchFamily="18" charset="0"/>
                          <a:ea typeface="Roboto"/>
                          <a:cs typeface="Times New Roman" panose="02020603050405020304" pitchFamily="18" charset="0"/>
                          <a:sym typeface="Roboto"/>
                        </a:rPr>
                        <a:t>Duoqi</a:t>
                      </a:r>
                      <a:r>
                        <a:rPr lang="en-US" sz="1200" dirty="0">
                          <a:latin typeface="Times New Roman" panose="02020603050405020304" pitchFamily="18" charset="0"/>
                          <a:ea typeface="Roboto"/>
                          <a:cs typeface="Times New Roman" panose="02020603050405020304" pitchFamily="18" charset="0"/>
                          <a:sym typeface="Roboto"/>
                        </a:rPr>
                        <a:t> Chen; Guang Chen; </a:t>
                      </a:r>
                      <a:r>
                        <a:rPr lang="en-US" sz="1200" dirty="0" err="1">
                          <a:latin typeface="Times New Roman" panose="02020603050405020304" pitchFamily="18" charset="0"/>
                          <a:ea typeface="Roboto"/>
                          <a:cs typeface="Times New Roman" panose="02020603050405020304" pitchFamily="18" charset="0"/>
                          <a:sym typeface="Roboto"/>
                        </a:rPr>
                        <a:t>Changjun</a:t>
                      </a:r>
                      <a:r>
                        <a:rPr lang="en-US" sz="1200" dirty="0">
                          <a:latin typeface="Times New Roman" panose="02020603050405020304" pitchFamily="18" charset="0"/>
                          <a:ea typeface="Roboto"/>
                          <a:cs typeface="Times New Roman" panose="02020603050405020304" pitchFamily="18" charset="0"/>
                          <a:sym typeface="Roboto"/>
                        </a:rPr>
                        <a:t> Sun; Mulin Shi;</a:t>
                      </a:r>
                      <a:endParaRPr sz="12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tc>
                  <a:txBody>
                    <a:bodyPr/>
                    <a:lstStyle/>
                    <a:p>
                      <a:pPr marL="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Unified prediction of spread (direction/speed) and burned area; compare with classic simulators</a:t>
                      </a:r>
                      <a:endParaRPr sz="12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FFSPP: self‑organizing CA + Wang Zhengfei for direction/speed; FFSRP: ensemble learning on </a:t>
                      </a:r>
                      <a:r>
                        <a:rPr lang="en-US" sz="1200" dirty="0" err="1">
                          <a:latin typeface="Times New Roman" panose="02020603050405020304" pitchFamily="18" charset="0"/>
                          <a:ea typeface="Roboto"/>
                          <a:cs typeface="Times New Roman" panose="02020603050405020304" pitchFamily="18" charset="0"/>
                          <a:sym typeface="Roboto"/>
                        </a:rPr>
                        <a:t>Montesinho</a:t>
                      </a:r>
                      <a:r>
                        <a:rPr lang="en-US" sz="1200" dirty="0">
                          <a:latin typeface="Times New Roman" panose="02020603050405020304" pitchFamily="18" charset="0"/>
                          <a:ea typeface="Roboto"/>
                          <a:cs typeface="Times New Roman" panose="02020603050405020304" pitchFamily="18" charset="0"/>
                          <a:sym typeface="Roboto"/>
                        </a:rPr>
                        <a:t> (</a:t>
                      </a:r>
                      <a:r>
                        <a:rPr lang="en-US" sz="1200" dirty="0" err="1">
                          <a:latin typeface="Times New Roman" panose="02020603050405020304" pitchFamily="18" charset="0"/>
                          <a:ea typeface="Roboto"/>
                          <a:cs typeface="Times New Roman" panose="02020603050405020304" pitchFamily="18" charset="0"/>
                          <a:sym typeface="Roboto"/>
                        </a:rPr>
                        <a:t>GBoost</a:t>
                      </a:r>
                      <a:r>
                        <a:rPr lang="en-US" sz="1200" dirty="0">
                          <a:latin typeface="Times New Roman" panose="02020603050405020304" pitchFamily="18" charset="0"/>
                          <a:ea typeface="Roboto"/>
                          <a:cs typeface="Times New Roman" panose="02020603050405020304" pitchFamily="18" charset="0"/>
                          <a:sym typeface="Roboto"/>
                        </a:rPr>
                        <a:t>/</a:t>
                      </a:r>
                      <a:r>
                        <a:rPr lang="en-US" sz="1200" dirty="0" err="1">
                          <a:latin typeface="Times New Roman" panose="02020603050405020304" pitchFamily="18" charset="0"/>
                          <a:ea typeface="Roboto"/>
                          <a:cs typeface="Times New Roman" panose="02020603050405020304" pitchFamily="18" charset="0"/>
                          <a:sym typeface="Roboto"/>
                        </a:rPr>
                        <a:t>XGBoost</a:t>
                      </a:r>
                      <a:r>
                        <a:rPr lang="en-US" sz="1200" dirty="0">
                          <a:latin typeface="Times New Roman" panose="02020603050405020304" pitchFamily="18" charset="0"/>
                          <a:ea typeface="Roboto"/>
                          <a:cs typeface="Times New Roman" panose="02020603050405020304" pitchFamily="18" charset="0"/>
                          <a:sym typeface="Roboto"/>
                        </a:rPr>
                        <a:t>/</a:t>
                      </a:r>
                      <a:r>
                        <a:rPr lang="en-US" sz="1200" dirty="0" err="1">
                          <a:latin typeface="Times New Roman" panose="02020603050405020304" pitchFamily="18" charset="0"/>
                          <a:ea typeface="Roboto"/>
                          <a:cs typeface="Times New Roman" panose="02020603050405020304" pitchFamily="18" charset="0"/>
                          <a:sym typeface="Roboto"/>
                        </a:rPr>
                        <a:t>LightGBM</a:t>
                      </a:r>
                      <a:r>
                        <a:rPr lang="en-US" sz="1200" dirty="0">
                          <a:latin typeface="Times New Roman" panose="02020603050405020304" pitchFamily="18" charset="0"/>
                          <a:ea typeface="Roboto"/>
                          <a:cs typeface="Times New Roman" panose="02020603050405020304" pitchFamily="18" charset="0"/>
                          <a:sym typeface="Roboto"/>
                        </a:rPr>
                        <a:t>); validated on “3.29 Forest Fire,” China</a:t>
                      </a:r>
                      <a:endParaRPr sz="12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FFSPP burned‑area relative error 28.94% (lower than FARSITE/Prometheus); FFSRP MAE 16.50; visualization aids planning</a:t>
                      </a:r>
                      <a:endParaRPr sz="12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27"/>
          <p:cNvSpPr txBox="1">
            <a:spLocks noGrp="1"/>
          </p:cNvSpPr>
          <p:nvPr>
            <p:ph type="title"/>
          </p:nvPr>
        </p:nvSpPr>
        <p:spPr>
          <a:xfrm>
            <a:off x="846812" y="233104"/>
            <a:ext cx="7704455" cy="89027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onstantia"/>
              <a:buNone/>
            </a:pPr>
            <a:r>
              <a:rPr lang="en-US" sz="2800" b="1" dirty="0">
                <a:latin typeface="Times New Roman" panose="02020603050405020304" pitchFamily="18" charset="0"/>
                <a:cs typeface="Times New Roman" panose="02020603050405020304" pitchFamily="18" charset="0"/>
              </a:rPr>
              <a:t>Literature</a:t>
            </a:r>
            <a:r>
              <a:rPr lang="en-US" sz="2400" b="1" dirty="0">
                <a:latin typeface="Times New Roman" panose="02020603050405020304" pitchFamily="18" charset="0"/>
                <a:cs typeface="Times New Roman" panose="02020603050405020304" pitchFamily="18" charset="0"/>
              </a:rPr>
              <a:t> Survey</a:t>
            </a:r>
            <a:endParaRPr sz="2400" b="1" dirty="0">
              <a:latin typeface="Times New Roman" panose="02020603050405020304" pitchFamily="18" charset="0"/>
              <a:cs typeface="Times New Roman" panose="02020603050405020304" pitchFamily="18" charset="0"/>
            </a:endParaRPr>
          </a:p>
        </p:txBody>
      </p:sp>
      <p:sp>
        <p:nvSpPr>
          <p:cNvPr id="254" name="Google Shape;254;p27"/>
          <p:cNvSpPr txBox="1">
            <a:spLocks noGrp="1"/>
          </p:cNvSpPr>
          <p:nvPr>
            <p:ph type="body" idx="1"/>
          </p:nvPr>
        </p:nvSpPr>
        <p:spPr>
          <a:xfrm>
            <a:off x="1473790" y="1933907"/>
            <a:ext cx="6196500" cy="3603900"/>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1000"/>
              </a:spcBef>
              <a:spcAft>
                <a:spcPts val="0"/>
              </a:spcAft>
              <a:buSzPts val="2320"/>
              <a:buNone/>
            </a:pPr>
            <a:endParaRPr sz="1600">
              <a:latin typeface="Times New Roman"/>
              <a:ea typeface="Times New Roman"/>
              <a:cs typeface="Times New Roman"/>
              <a:sym typeface="Times New Roman"/>
            </a:endParaRPr>
          </a:p>
          <a:p>
            <a:pPr marL="0" lvl="0" indent="0" algn="l" rtl="0">
              <a:lnSpc>
                <a:spcPct val="115000"/>
              </a:lnSpc>
              <a:spcBef>
                <a:spcPts val="1000"/>
              </a:spcBef>
              <a:spcAft>
                <a:spcPts val="1000"/>
              </a:spcAft>
              <a:buSzPts val="2320"/>
              <a:buNone/>
            </a:pPr>
            <a:endParaRPr sz="1600">
              <a:latin typeface="Times New Roman"/>
              <a:ea typeface="Times New Roman"/>
              <a:cs typeface="Times New Roman"/>
              <a:sym typeface="Times New Roman"/>
            </a:endParaRPr>
          </a:p>
        </p:txBody>
      </p:sp>
      <p:sp>
        <p:nvSpPr>
          <p:cNvPr id="255" name="Google Shape;255;p27"/>
          <p:cNvSpPr txBox="1">
            <a:spLocks noGrp="1"/>
          </p:cNvSpPr>
          <p:nvPr>
            <p:ph type="sldNum" idx="12"/>
          </p:nvPr>
        </p:nvSpPr>
        <p:spPr>
          <a:xfrm>
            <a:off x="8258967" y="6108173"/>
            <a:ext cx="4278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00"/>
              <a:buFont typeface="Corbel"/>
              <a:buNone/>
            </a:pPr>
            <a:fld id="{00000000-1234-1234-1234-123412341234}" type="slidenum">
              <a:rPr lang="en-US">
                <a:solidFill>
                  <a:srgbClr val="000000"/>
                </a:solidFill>
              </a:rPr>
              <a:t>9</a:t>
            </a:fld>
            <a:endParaRPr>
              <a:solidFill>
                <a:srgbClr val="000000"/>
              </a:solidFill>
            </a:endParaRPr>
          </a:p>
        </p:txBody>
      </p:sp>
      <p:pic>
        <p:nvPicPr>
          <p:cNvPr id="256" name="Google Shape;256;p27"/>
          <p:cNvPicPr preferRelativeResize="0"/>
          <p:nvPr/>
        </p:nvPicPr>
        <p:blipFill rotWithShape="1">
          <a:blip r:embed="rId3">
            <a:alphaModFix/>
          </a:blip>
          <a:srcRect/>
          <a:stretch/>
        </p:blipFill>
        <p:spPr>
          <a:xfrm>
            <a:off x="7620908" y="367089"/>
            <a:ext cx="851975" cy="622300"/>
          </a:xfrm>
          <a:prstGeom prst="rect">
            <a:avLst/>
          </a:prstGeom>
          <a:noFill/>
          <a:ln>
            <a:noFill/>
          </a:ln>
        </p:spPr>
      </p:pic>
      <p:sp>
        <p:nvSpPr>
          <p:cNvPr id="257" name="Google Shape;257;p27"/>
          <p:cNvSpPr txBox="1"/>
          <p:nvPr/>
        </p:nvSpPr>
        <p:spPr>
          <a:xfrm>
            <a:off x="1600790" y="2060907"/>
            <a:ext cx="6196500" cy="3603900"/>
          </a:xfrm>
          <a:prstGeom prst="rect">
            <a:avLst/>
          </a:prstGeom>
          <a:noFill/>
          <a:ln>
            <a:noFill/>
          </a:ln>
        </p:spPr>
        <p:txBody>
          <a:bodyPr spcFirstLastPara="1" wrap="square" lIns="91425" tIns="45700" rIns="91425" bIns="45700" anchor="t" anchorCtr="0">
            <a:normAutofit/>
          </a:bodyPr>
          <a:lstStyle/>
          <a:p>
            <a:pPr marL="0" marR="0" lvl="0" indent="0" algn="l" rtl="0">
              <a:lnSpc>
                <a:spcPct val="115000"/>
              </a:lnSpc>
              <a:spcBef>
                <a:spcPts val="0"/>
              </a:spcBef>
              <a:spcAft>
                <a:spcPts val="0"/>
              </a:spcAft>
              <a:buClr>
                <a:srgbClr val="1186C3"/>
              </a:buClr>
              <a:buSzPts val="232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1000"/>
              </a:spcBef>
              <a:spcAft>
                <a:spcPts val="0"/>
              </a:spcAft>
              <a:buClr>
                <a:srgbClr val="1186C3"/>
              </a:buClr>
              <a:buSzPts val="2320"/>
              <a:buFont typeface="Arial"/>
              <a:buNone/>
            </a:pPr>
            <a:endParaRPr sz="1600" b="0" i="0" u="none" strike="noStrike" cap="none">
              <a:solidFill>
                <a:schemeClr val="dk1"/>
              </a:solidFill>
              <a:latin typeface="Times New Roman"/>
              <a:ea typeface="Times New Roman"/>
              <a:cs typeface="Times New Roman"/>
              <a:sym typeface="Times New Roman"/>
            </a:endParaRPr>
          </a:p>
        </p:txBody>
      </p:sp>
      <p:sp>
        <p:nvSpPr>
          <p:cNvPr id="258" name="Google Shape;258;p27"/>
          <p:cNvSpPr txBox="1"/>
          <p:nvPr/>
        </p:nvSpPr>
        <p:spPr>
          <a:xfrm>
            <a:off x="1600790" y="2060907"/>
            <a:ext cx="6196500" cy="3603900"/>
          </a:xfrm>
          <a:prstGeom prst="rect">
            <a:avLst/>
          </a:prstGeom>
          <a:noFill/>
          <a:ln>
            <a:noFill/>
          </a:ln>
        </p:spPr>
        <p:txBody>
          <a:bodyPr spcFirstLastPara="1" wrap="square" lIns="91425" tIns="45700" rIns="91425" bIns="45700" anchor="t" anchorCtr="0">
            <a:normAutofit/>
          </a:bodyPr>
          <a:lstStyle/>
          <a:p>
            <a:pPr marL="0" marR="0" lvl="0" indent="0" algn="l" rtl="0">
              <a:lnSpc>
                <a:spcPct val="115000"/>
              </a:lnSpc>
              <a:spcBef>
                <a:spcPts val="0"/>
              </a:spcBef>
              <a:spcAft>
                <a:spcPts val="0"/>
              </a:spcAft>
              <a:buClr>
                <a:srgbClr val="1186C3"/>
              </a:buClr>
              <a:buSzPts val="232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1000"/>
              </a:spcBef>
              <a:spcAft>
                <a:spcPts val="0"/>
              </a:spcAft>
              <a:buClr>
                <a:srgbClr val="1186C3"/>
              </a:buClr>
              <a:buSzPts val="2320"/>
              <a:buFont typeface="Arial"/>
              <a:buNone/>
            </a:pPr>
            <a:endParaRPr sz="1600" b="0" i="0" u="none" strike="noStrike" cap="none">
              <a:solidFill>
                <a:schemeClr val="dk1"/>
              </a:solidFill>
              <a:latin typeface="Times New Roman"/>
              <a:ea typeface="Times New Roman"/>
              <a:cs typeface="Times New Roman"/>
              <a:sym typeface="Times New Roman"/>
            </a:endParaRPr>
          </a:p>
        </p:txBody>
      </p:sp>
      <p:sp>
        <p:nvSpPr>
          <p:cNvPr id="259" name="Google Shape;259;p27"/>
          <p:cNvSpPr txBox="1"/>
          <p:nvPr/>
        </p:nvSpPr>
        <p:spPr>
          <a:xfrm>
            <a:off x="1600790" y="2060907"/>
            <a:ext cx="6196500" cy="3603900"/>
          </a:xfrm>
          <a:prstGeom prst="rect">
            <a:avLst/>
          </a:prstGeom>
          <a:noFill/>
          <a:ln>
            <a:noFill/>
          </a:ln>
        </p:spPr>
        <p:txBody>
          <a:bodyPr spcFirstLastPara="1" wrap="square" lIns="91425" tIns="45700" rIns="91425" bIns="45700" anchor="t" anchorCtr="0">
            <a:normAutofit/>
          </a:bodyPr>
          <a:lstStyle/>
          <a:p>
            <a:pPr marL="0" marR="0" lvl="0" indent="0" algn="l" rtl="0">
              <a:lnSpc>
                <a:spcPct val="115000"/>
              </a:lnSpc>
              <a:spcBef>
                <a:spcPts val="0"/>
              </a:spcBef>
              <a:spcAft>
                <a:spcPts val="0"/>
              </a:spcAft>
              <a:buClr>
                <a:srgbClr val="1186C3"/>
              </a:buClr>
              <a:buSzPts val="232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1000"/>
              </a:spcBef>
              <a:spcAft>
                <a:spcPts val="0"/>
              </a:spcAft>
              <a:buClr>
                <a:srgbClr val="1186C3"/>
              </a:buClr>
              <a:buSzPts val="2320"/>
              <a:buFont typeface="Arial"/>
              <a:buNone/>
            </a:pPr>
            <a:endParaRPr sz="1600" b="0" i="0" u="none" strike="noStrike" cap="none">
              <a:solidFill>
                <a:schemeClr val="dk1"/>
              </a:solidFill>
              <a:latin typeface="Times New Roman"/>
              <a:ea typeface="Times New Roman"/>
              <a:cs typeface="Times New Roman"/>
              <a:sym typeface="Times New Roman"/>
            </a:endParaRPr>
          </a:p>
        </p:txBody>
      </p:sp>
      <p:graphicFrame>
        <p:nvGraphicFramePr>
          <p:cNvPr id="260" name="Google Shape;260;p27"/>
          <p:cNvGraphicFramePr/>
          <p:nvPr>
            <p:extLst>
              <p:ext uri="{D42A27DB-BD31-4B8C-83A1-F6EECF244321}">
                <p14:modId xmlns:p14="http://schemas.microsoft.com/office/powerpoint/2010/main" val="1600924718"/>
              </p:ext>
            </p:extLst>
          </p:nvPr>
        </p:nvGraphicFramePr>
        <p:xfrm>
          <a:off x="218459" y="1330111"/>
          <a:ext cx="8707081" cy="5183709"/>
        </p:xfrm>
        <a:graphic>
          <a:graphicData uri="http://schemas.openxmlformats.org/drawingml/2006/table">
            <a:tbl>
              <a:tblPr firstRow="1" bandRow="1">
                <a:noFill/>
                <a:tableStyleId>{6A04F7A0-8408-4207-9BE1-253A53803FA9}</a:tableStyleId>
              </a:tblPr>
              <a:tblGrid>
                <a:gridCol w="514322">
                  <a:extLst>
                    <a:ext uri="{9D8B030D-6E8A-4147-A177-3AD203B41FA5}">
                      <a16:colId xmlns:a16="http://schemas.microsoft.com/office/drawing/2014/main" val="20000"/>
                    </a:ext>
                  </a:extLst>
                </a:gridCol>
                <a:gridCol w="1752037">
                  <a:extLst>
                    <a:ext uri="{9D8B030D-6E8A-4147-A177-3AD203B41FA5}">
                      <a16:colId xmlns:a16="http://schemas.microsoft.com/office/drawing/2014/main" val="20001"/>
                    </a:ext>
                  </a:extLst>
                </a:gridCol>
                <a:gridCol w="1443109">
                  <a:extLst>
                    <a:ext uri="{9D8B030D-6E8A-4147-A177-3AD203B41FA5}">
                      <a16:colId xmlns:a16="http://schemas.microsoft.com/office/drawing/2014/main" val="20002"/>
                    </a:ext>
                  </a:extLst>
                </a:gridCol>
                <a:gridCol w="1450604">
                  <a:extLst>
                    <a:ext uri="{9D8B030D-6E8A-4147-A177-3AD203B41FA5}">
                      <a16:colId xmlns:a16="http://schemas.microsoft.com/office/drawing/2014/main" val="20003"/>
                    </a:ext>
                  </a:extLst>
                </a:gridCol>
                <a:gridCol w="1717104">
                  <a:extLst>
                    <a:ext uri="{9D8B030D-6E8A-4147-A177-3AD203B41FA5}">
                      <a16:colId xmlns:a16="http://schemas.microsoft.com/office/drawing/2014/main" val="20004"/>
                    </a:ext>
                  </a:extLst>
                </a:gridCol>
                <a:gridCol w="1829905">
                  <a:extLst>
                    <a:ext uri="{9D8B030D-6E8A-4147-A177-3AD203B41FA5}">
                      <a16:colId xmlns:a16="http://schemas.microsoft.com/office/drawing/2014/main" val="20005"/>
                    </a:ext>
                  </a:extLst>
                </a:gridCol>
              </a:tblGrid>
              <a:tr h="520249">
                <a:tc>
                  <a:txBody>
                    <a:bodyPr/>
                    <a:lstStyle/>
                    <a:p>
                      <a:pPr marL="0" marR="0" lvl="0" indent="0" algn="l" rtl="0">
                        <a:spcBef>
                          <a:spcPts val="0"/>
                        </a:spcBef>
                        <a:spcAft>
                          <a:spcPts val="0"/>
                        </a:spcAft>
                        <a:buClr>
                          <a:schemeClr val="dk1"/>
                        </a:buClr>
                        <a:buSzPts val="1600"/>
                        <a:buFont typeface="Times New Roman"/>
                        <a:buNone/>
                      </a:pPr>
                      <a:r>
                        <a:rPr lang="en-US" sz="1400" u="none" strike="noStrike" cap="none" dirty="0" err="1">
                          <a:latin typeface="Times New Roman"/>
                          <a:ea typeface="Times New Roman"/>
                          <a:cs typeface="Times New Roman"/>
                          <a:sym typeface="Times New Roman"/>
                        </a:rPr>
                        <a:t>SI.No</a:t>
                      </a:r>
                      <a:endParaRPr sz="1400" dirty="0"/>
                    </a:p>
                  </a:txBody>
                  <a:tcPr marL="91450" marR="91450" marT="45725" marB="45725"/>
                </a:tc>
                <a:tc>
                  <a:txBody>
                    <a:bodyPr/>
                    <a:lstStyle/>
                    <a:p>
                      <a:pPr marL="0" marR="0" lvl="0" indent="0" algn="l" rtl="0">
                        <a:spcBef>
                          <a:spcPts val="0"/>
                        </a:spcBef>
                        <a:spcAft>
                          <a:spcPts val="0"/>
                        </a:spcAft>
                        <a:buClr>
                          <a:schemeClr val="dk1"/>
                        </a:buClr>
                        <a:buSzPts val="1600"/>
                        <a:buFont typeface="Times New Roman"/>
                        <a:buNone/>
                      </a:pPr>
                      <a:r>
                        <a:rPr lang="en-US" sz="1400" u="none" strike="noStrike" cap="none" dirty="0">
                          <a:latin typeface="Times New Roman"/>
                          <a:ea typeface="Times New Roman"/>
                          <a:cs typeface="Times New Roman"/>
                          <a:sym typeface="Times New Roman"/>
                        </a:rPr>
                        <a:t>Title</a:t>
                      </a:r>
                      <a:r>
                        <a:rPr lang="en-US" sz="1400" dirty="0">
                          <a:latin typeface="Times New Roman"/>
                          <a:ea typeface="Times New Roman"/>
                          <a:cs typeface="Times New Roman"/>
                          <a:sym typeface="Times New Roman"/>
                        </a:rPr>
                        <a:t> of the Paper &amp; Publication year</a:t>
                      </a:r>
                      <a:endParaRPr sz="1400" dirty="0"/>
                    </a:p>
                  </a:txBody>
                  <a:tcPr marL="91450" marR="91450" marT="45725" marB="45725"/>
                </a:tc>
                <a:tc>
                  <a:txBody>
                    <a:bodyPr/>
                    <a:lstStyle/>
                    <a:p>
                      <a:pPr marL="0" marR="0" lvl="0" indent="0" algn="l" rtl="0">
                        <a:spcBef>
                          <a:spcPts val="0"/>
                        </a:spcBef>
                        <a:spcAft>
                          <a:spcPts val="0"/>
                        </a:spcAft>
                        <a:buNone/>
                      </a:pPr>
                      <a:r>
                        <a:rPr lang="en-US" sz="1400" dirty="0">
                          <a:latin typeface="Times New Roman"/>
                          <a:ea typeface="Times New Roman"/>
                          <a:cs typeface="Times New Roman"/>
                          <a:sym typeface="Times New Roman"/>
                        </a:rPr>
                        <a:t>Authors</a:t>
                      </a:r>
                      <a:endParaRPr sz="14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Clr>
                          <a:schemeClr val="dk1"/>
                        </a:buClr>
                        <a:buSzPts val="1600"/>
                        <a:buFont typeface="Times New Roman"/>
                        <a:buNone/>
                      </a:pPr>
                      <a:r>
                        <a:rPr lang="en-US" sz="1400" u="none" strike="noStrike" cap="none" dirty="0">
                          <a:latin typeface="Times New Roman"/>
                          <a:ea typeface="Times New Roman"/>
                          <a:cs typeface="Times New Roman"/>
                          <a:sym typeface="Times New Roman"/>
                        </a:rPr>
                        <a:t>Problem Addressed</a:t>
                      </a:r>
                      <a:endParaRPr sz="1400" dirty="0"/>
                    </a:p>
                  </a:txBody>
                  <a:tcPr marL="91450" marR="91450" marT="45725" marB="45725"/>
                </a:tc>
                <a:tc>
                  <a:txBody>
                    <a:bodyPr/>
                    <a:lstStyle/>
                    <a:p>
                      <a:pPr marL="0" marR="0" lvl="0" indent="0" algn="l" rtl="0">
                        <a:spcBef>
                          <a:spcPts val="0"/>
                        </a:spcBef>
                        <a:spcAft>
                          <a:spcPts val="0"/>
                        </a:spcAft>
                        <a:buClr>
                          <a:schemeClr val="dk1"/>
                        </a:buClr>
                        <a:buSzPts val="1600"/>
                        <a:buFont typeface="Times New Roman"/>
                        <a:buNone/>
                      </a:pPr>
                      <a:r>
                        <a:rPr lang="en-US" sz="1400" u="none" strike="noStrike" cap="none" dirty="0">
                          <a:latin typeface="Times New Roman"/>
                          <a:ea typeface="Times New Roman"/>
                          <a:cs typeface="Times New Roman"/>
                          <a:sym typeface="Times New Roman"/>
                        </a:rPr>
                        <a:t>Approach / Methods</a:t>
                      </a:r>
                      <a:endParaRPr sz="1400" dirty="0"/>
                    </a:p>
                  </a:txBody>
                  <a:tcPr marL="91450" marR="91450" marT="45725" marB="45725"/>
                </a:tc>
                <a:tc>
                  <a:txBody>
                    <a:bodyPr/>
                    <a:lstStyle/>
                    <a:p>
                      <a:pPr marL="0" marR="0" lvl="0" indent="0" algn="l" rtl="0">
                        <a:spcBef>
                          <a:spcPts val="0"/>
                        </a:spcBef>
                        <a:spcAft>
                          <a:spcPts val="0"/>
                        </a:spcAft>
                        <a:buClr>
                          <a:schemeClr val="dk1"/>
                        </a:buClr>
                        <a:buSzPts val="1600"/>
                        <a:buFont typeface="Times New Roman"/>
                        <a:buNone/>
                      </a:pPr>
                      <a:r>
                        <a:rPr lang="en-US" sz="1400" u="none" strike="noStrike" cap="none">
                          <a:latin typeface="Times New Roman"/>
                          <a:ea typeface="Times New Roman"/>
                          <a:cs typeface="Times New Roman"/>
                          <a:sym typeface="Times New Roman"/>
                        </a:rPr>
                        <a:t>Key results / metrics</a:t>
                      </a:r>
                      <a:endParaRPr sz="1400"/>
                    </a:p>
                  </a:txBody>
                  <a:tcPr marL="91450" marR="91450" marT="45725" marB="45725"/>
                </a:tc>
                <a:extLst>
                  <a:ext uri="{0D108BD9-81ED-4DB2-BD59-A6C34878D82A}">
                    <a16:rowId xmlns:a16="http://schemas.microsoft.com/office/drawing/2014/main" val="10000"/>
                  </a:ext>
                </a:extLst>
              </a:tr>
              <a:tr h="1303756">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dirty="0">
                          <a:latin typeface="Times New Roman"/>
                          <a:ea typeface="Times New Roman"/>
                          <a:cs typeface="Times New Roman"/>
                          <a:sym typeface="Times New Roman"/>
                        </a:rPr>
                        <a:t>10.</a:t>
                      </a:r>
                      <a:endParaRPr dirty="0"/>
                    </a:p>
                  </a:txBody>
                  <a:tcPr marL="91450" marR="91450" marT="45725" marB="45725"/>
                </a:tc>
                <a:tc>
                  <a:txBody>
                    <a:bodyPr/>
                    <a:lstStyle/>
                    <a:p>
                      <a:pPr marL="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Drone network for early warning of forest fire and dynamic fire quenching plan generation</a:t>
                      </a:r>
                      <a:endParaRPr sz="1200" dirty="0">
                        <a:latin typeface="Times New Roman" panose="02020603050405020304" pitchFamily="18" charset="0"/>
                        <a:ea typeface="Roboto"/>
                        <a:cs typeface="Times New Roman" panose="02020603050405020304" pitchFamily="18" charset="0"/>
                        <a:sym typeface="Roboto"/>
                      </a:endParaRPr>
                    </a:p>
                    <a:p>
                      <a:pPr marL="0" lvl="0" indent="0" algn="l" rtl="0">
                        <a:spcBef>
                          <a:spcPts val="0"/>
                        </a:spcBef>
                        <a:spcAft>
                          <a:spcPts val="0"/>
                        </a:spcAft>
                        <a:buNone/>
                      </a:pPr>
                      <a:endParaRPr sz="1200" dirty="0">
                        <a:latin typeface="Times New Roman" panose="02020603050405020304" pitchFamily="18" charset="0"/>
                        <a:ea typeface="Roboto"/>
                        <a:cs typeface="Times New Roman" panose="02020603050405020304" pitchFamily="18" charset="0"/>
                        <a:sym typeface="Roboto"/>
                      </a:endParaRPr>
                    </a:p>
                    <a:p>
                      <a:pPr marL="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2023</a:t>
                      </a:r>
                      <a:endParaRPr sz="1200" dirty="0">
                        <a:latin typeface="Times New Roman" panose="02020603050405020304" pitchFamily="18" charset="0"/>
                        <a:ea typeface="Roboto"/>
                        <a:cs typeface="Times New Roman" panose="02020603050405020304" pitchFamily="18" charset="0"/>
                        <a:sym typeface="Roboto"/>
                      </a:endParaRPr>
                    </a:p>
                  </a:txBody>
                  <a:tcPr marL="91450" marR="91450" marT="45725" marB="45725"/>
                </a:tc>
                <a:tc>
                  <a:txBody>
                    <a:bodyPr/>
                    <a:lstStyle/>
                    <a:p>
                      <a:pPr marL="0" marR="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S. Manoj; C. </a:t>
                      </a:r>
                      <a:r>
                        <a:rPr lang="en-US" sz="1200" dirty="0" err="1">
                          <a:latin typeface="Times New Roman" panose="02020603050405020304" pitchFamily="18" charset="0"/>
                          <a:ea typeface="Roboto"/>
                          <a:cs typeface="Times New Roman" panose="02020603050405020304" pitchFamily="18" charset="0"/>
                          <a:sym typeface="Roboto"/>
                        </a:rPr>
                        <a:t>Valliyammai</a:t>
                      </a:r>
                      <a:endParaRPr sz="12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Early fire detection and dynamic multi‑drone routing for quenching plan generation</a:t>
                      </a:r>
                      <a:endParaRPr sz="120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Transfer‑learning CNNs on ~10k images (GoogLeNet, ResNet, VGG, MobileNet, AlexNet); UAV sensing; Floyd‑Warshall to water; PSO/ACO/BCO routing</a:t>
                      </a:r>
                      <a:endParaRPr sz="120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GoogLeNet‑TL accuracy 96% and F1 97%; PSO minimized time and distance versus ACO/BCO; produced live severity/quenching maps </a:t>
                      </a:r>
                      <a:endParaRPr sz="120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1"/>
                  </a:ext>
                </a:extLst>
              </a:tr>
              <a:tr h="1477589">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11.</a:t>
                      </a:r>
                      <a:endParaRPr/>
                    </a:p>
                  </a:txBody>
                  <a:tcPr marL="91450" marR="91450" marT="45725" marB="45725"/>
                </a:tc>
                <a:tc>
                  <a:txBody>
                    <a:bodyPr/>
                    <a:lstStyle/>
                    <a:p>
                      <a:pPr marL="0" marR="0" indent="0" algn="l" rtl="0" fontAlgn="t">
                        <a:buNone/>
                      </a:pPr>
                      <a:r>
                        <a:rPr lang="en-US" sz="1200" b="0" i="0" u="none" strike="noStrike" dirty="0">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Wildfire danger prediction and understanding with Deep Learning</a:t>
                      </a:r>
                      <a:endParaRPr lang="en-US" sz="1800" b="0" i="0" u="none" strike="noStrike" dirty="0">
                        <a:solidFill>
                          <a:schemeClr val="tx1"/>
                        </a:solidFill>
                        <a:effectLst/>
                        <a:latin typeface="Arial" panose="020B0604020202020204" pitchFamily="34" charset="0"/>
                      </a:endParaRPr>
                    </a:p>
                    <a:p>
                      <a:pPr marL="0" marR="0" indent="0" algn="l" rtl="0" fontAlgn="t">
                        <a:buNone/>
                      </a:pPr>
                      <a:r>
                        <a:rPr lang="en-US" sz="1200" b="0" i="0" u="none" strike="noStrike" dirty="0">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2024</a:t>
                      </a:r>
                      <a:endParaRPr lang="en-US" sz="1800" b="0" i="0" u="none" strike="noStrike" dirty="0">
                        <a:solidFill>
                          <a:schemeClr val="tx1"/>
                        </a:solidFill>
                        <a:effectLst/>
                        <a:latin typeface="Arial" panose="020B0604020202020204" pitchFamily="34" charset="0"/>
                      </a:endParaRPr>
                    </a:p>
                  </a:txBody>
                  <a:tcPr/>
                </a:tc>
                <a:tc>
                  <a:txBody>
                    <a:bodyPr/>
                    <a:lstStyle/>
                    <a:p>
                      <a:pPr marL="0" marR="0" indent="0" algn="l" rtl="0" fontAlgn="t">
                        <a:buNone/>
                      </a:pPr>
                      <a:r>
                        <a:rPr lang="en-US" sz="1200" b="0" i="0" u="none" strike="noStrike" dirty="0">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Spyros </a:t>
                      </a:r>
                      <a:r>
                        <a:rPr lang="en-US" sz="1200" b="0" i="0" u="none" strike="noStrike" dirty="0" err="1">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Kondylatos</a:t>
                      </a:r>
                      <a:r>
                        <a:rPr lang="en-US" sz="1200" b="0" i="0" u="none" strike="noStrike" dirty="0">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 Ioannis </a:t>
                      </a:r>
                      <a:r>
                        <a:rPr lang="en-US" sz="1200" b="0" i="0" u="none" strike="noStrike" dirty="0" err="1">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Prapas</a:t>
                      </a:r>
                      <a:r>
                        <a:rPr lang="en-US" sz="1200" b="0" i="0" u="none" strike="noStrike" dirty="0">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 Michele Ronco; Ioannis Papoutsis;</a:t>
                      </a:r>
                      <a:endParaRPr lang="en-US" sz="1800" b="0" i="0" u="none" strike="noStrike" dirty="0">
                        <a:solidFill>
                          <a:schemeClr val="tx1"/>
                        </a:solidFill>
                        <a:effectLst/>
                        <a:latin typeface="Arial" panose="020B0604020202020204" pitchFamily="34" charset="0"/>
                      </a:endParaRPr>
                    </a:p>
                  </a:txBody>
                  <a:tcPr/>
                </a:tc>
                <a:tc>
                  <a:txBody>
                    <a:bodyPr/>
                    <a:lstStyle/>
                    <a:p>
                      <a:pPr marL="0" marR="0" indent="0" algn="l" rtl="0" fontAlgn="t">
                        <a:buNone/>
                      </a:pPr>
                      <a:r>
                        <a:rPr lang="en-US" sz="1200" b="0" i="0" u="none" strike="noStrike" dirty="0">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Next‑day fire danger forecasting beyond FWI with interpretability</a:t>
                      </a:r>
                      <a:endParaRPr lang="en-US" sz="1800" b="0" i="0" u="none" strike="noStrike" dirty="0">
                        <a:solidFill>
                          <a:schemeClr val="tx1"/>
                        </a:solidFill>
                        <a:effectLst/>
                        <a:latin typeface="Arial" panose="020B0604020202020204" pitchFamily="34" charset="0"/>
                      </a:endParaRPr>
                    </a:p>
                  </a:txBody>
                  <a:tcPr/>
                </a:tc>
                <a:tc>
                  <a:txBody>
                    <a:bodyPr/>
                    <a:lstStyle/>
                    <a:p>
                      <a:pPr marL="0" marR="0" indent="0" algn="l" rtl="0" fontAlgn="t">
                        <a:buNone/>
                      </a:pPr>
                      <a:r>
                        <a:rPr lang="en-US" sz="1200" b="0" i="0" u="none" strike="noStrike" dirty="0">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LSTM/</a:t>
                      </a:r>
                      <a:r>
                        <a:rPr lang="en-US" sz="1200" b="0" i="0" u="none" strike="noStrike" dirty="0" err="1">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ConvLSTM</a:t>
                      </a:r>
                      <a:r>
                        <a:rPr lang="en-US" sz="1200" b="0" i="0" u="none" strike="noStrike" dirty="0">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 using ERA5‑Land, MODIS NDVI/LST, soil moisture, land cover, population, distances, topography; SHAP/PDP/IG explanations</a:t>
                      </a:r>
                      <a:endParaRPr lang="en-US" sz="1800" b="0" i="0" u="none" strike="noStrike" dirty="0">
                        <a:solidFill>
                          <a:schemeClr val="tx1"/>
                        </a:solidFill>
                        <a:effectLst/>
                        <a:latin typeface="Arial" panose="020B0604020202020204" pitchFamily="34" charset="0"/>
                      </a:endParaRPr>
                    </a:p>
                  </a:txBody>
                  <a:tcPr/>
                </a:tc>
                <a:tc>
                  <a:txBody>
                    <a:bodyPr/>
                    <a:lstStyle/>
                    <a:p>
                      <a:pPr marL="0" marR="0" indent="0" algn="l" rtl="0" fontAlgn="t">
                        <a:buNone/>
                      </a:pPr>
                      <a:r>
                        <a:rPr lang="en-US" sz="1200" b="0" i="0" u="none" strike="noStrike" dirty="0">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DL outperformed FWI; LSTM F1 up to 0.879 (2021), </a:t>
                      </a:r>
                      <a:r>
                        <a:rPr lang="en-US" sz="1200" b="0" i="0" u="none" strike="noStrike" dirty="0" err="1">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ConvLSTM</a:t>
                      </a:r>
                      <a:r>
                        <a:rPr lang="en-US" sz="1200" b="0" i="0" u="none" strike="noStrike" dirty="0">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 precision up to 0.95; soil moisture and RH most influential</a:t>
                      </a:r>
                      <a:endParaRPr lang="en-US" sz="1800" b="0" i="0" u="none" strike="noStrike" dirty="0">
                        <a:solidFill>
                          <a:schemeClr val="tx1"/>
                        </a:solidFill>
                        <a:effectLst/>
                        <a:latin typeface="Arial" panose="020B0604020202020204" pitchFamily="34" charset="0"/>
                      </a:endParaRPr>
                    </a:p>
                  </a:txBody>
                  <a:tcPr/>
                </a:tc>
                <a:extLst>
                  <a:ext uri="{0D108BD9-81ED-4DB2-BD59-A6C34878D82A}">
                    <a16:rowId xmlns:a16="http://schemas.microsoft.com/office/drawing/2014/main" val="10002"/>
                  </a:ext>
                </a:extLst>
              </a:tr>
              <a:tr h="1477589">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12.</a:t>
                      </a:r>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A framework for natural resource management with geospatial machine learning: a case study of the 2021 Almora forest fires</a:t>
                      </a:r>
                      <a:endParaRPr sz="1200">
                        <a:latin typeface="Times New Roman" panose="02020603050405020304" pitchFamily="18" charset="0"/>
                        <a:ea typeface="Roboto"/>
                        <a:cs typeface="Times New Roman" panose="02020603050405020304" pitchFamily="18" charset="0"/>
                        <a:sym typeface="Roboto"/>
                      </a:endParaRPr>
                    </a:p>
                    <a:p>
                      <a:pPr marL="0" lvl="0" indent="0" algn="l" rtl="0">
                        <a:spcBef>
                          <a:spcPts val="0"/>
                        </a:spcBef>
                        <a:spcAft>
                          <a:spcPts val="0"/>
                        </a:spcAft>
                        <a:buNone/>
                      </a:pPr>
                      <a:endParaRPr sz="1200">
                        <a:latin typeface="Times New Roman" panose="02020603050405020304" pitchFamily="18" charset="0"/>
                        <a:ea typeface="Roboto"/>
                        <a:cs typeface="Times New Roman" panose="02020603050405020304" pitchFamily="18" charset="0"/>
                        <a:sym typeface="Roboto"/>
                      </a:endParaRPr>
                    </a:p>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2024</a:t>
                      </a:r>
                      <a:endParaRPr sz="1200">
                        <a:latin typeface="Times New Roman" panose="02020603050405020304" pitchFamily="18" charset="0"/>
                        <a:ea typeface="Roboto"/>
                        <a:cs typeface="Times New Roman" panose="02020603050405020304" pitchFamily="18" charset="0"/>
                        <a:sym typeface="Roboto"/>
                      </a:endParaRPr>
                    </a:p>
                  </a:txBody>
                  <a:tcPr marL="91450" marR="91450" marT="45725" marB="45725"/>
                </a:tc>
                <a:tc>
                  <a:txBody>
                    <a:bodyPr/>
                    <a:lstStyle/>
                    <a:p>
                      <a:pPr marL="0" marR="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Arpit Tiwari; Preethi Nanjundan; Ravi Ranjan Kumar; Vijay Kumar Soni</a:t>
                      </a:r>
                      <a:endParaRPr sz="1200" u="none" strike="noStrike" cap="none">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Quantify land–atmosphere changes and biomass loss for Uttarakhand 2021 fires; operational NRT framework</a:t>
                      </a:r>
                      <a:endParaRPr sz="120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Sentinel‑2 indices (NDVI, NDMI, SAVI, NDI45), Sentinel‑5P trace gases, OCO‑2 CO2; supervised regression for AGB loss; ANOVA and correlations</a:t>
                      </a:r>
                      <a:endParaRPr sz="12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21.75% area burned at moderate–high severity; ~17.56 t/ha biomass burned; post‑fire increases in CO2/CH4/CO/HCHO and AOT 0.2–0.5 </a:t>
                      </a:r>
                      <a:endParaRPr sz="12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28"/>
          <p:cNvSpPr txBox="1">
            <a:spLocks noGrp="1"/>
          </p:cNvSpPr>
          <p:nvPr>
            <p:ph type="title"/>
          </p:nvPr>
        </p:nvSpPr>
        <p:spPr>
          <a:xfrm>
            <a:off x="982200" y="93408"/>
            <a:ext cx="7704600" cy="8217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2800"/>
              <a:buFont typeface="Corbel"/>
              <a:buNone/>
            </a:pPr>
            <a:r>
              <a:rPr lang="en-US" sz="2800" b="1" dirty="0">
                <a:latin typeface="Times New Roman" panose="02020603050405020304" pitchFamily="18" charset="0"/>
                <a:cs typeface="Times New Roman" panose="02020603050405020304" pitchFamily="18" charset="0"/>
              </a:rPr>
              <a:t>Literature</a:t>
            </a:r>
            <a:r>
              <a:rPr lang="en-US" sz="2400" b="1" dirty="0">
                <a:latin typeface="Times New Roman" panose="02020603050405020304" pitchFamily="18" charset="0"/>
                <a:cs typeface="Times New Roman" panose="02020603050405020304" pitchFamily="18" charset="0"/>
              </a:rPr>
              <a:t> Survey</a:t>
            </a:r>
            <a:endParaRPr sz="2400" dirty="0">
              <a:latin typeface="Times New Roman" panose="02020603050405020304" pitchFamily="18" charset="0"/>
              <a:cs typeface="Times New Roman" panose="02020603050405020304" pitchFamily="18" charset="0"/>
            </a:endParaRPr>
          </a:p>
        </p:txBody>
      </p:sp>
      <p:sp>
        <p:nvSpPr>
          <p:cNvPr id="266" name="Google Shape;266;p28"/>
          <p:cNvSpPr txBox="1">
            <a:spLocks noGrp="1"/>
          </p:cNvSpPr>
          <p:nvPr>
            <p:ph type="body" idx="1"/>
          </p:nvPr>
        </p:nvSpPr>
        <p:spPr>
          <a:xfrm>
            <a:off x="982345" y="1179195"/>
            <a:ext cx="7704455" cy="4820920"/>
          </a:xfrm>
          <a:prstGeom prst="rect">
            <a:avLst/>
          </a:prstGeom>
          <a:noFill/>
          <a:ln>
            <a:noFill/>
          </a:ln>
        </p:spPr>
        <p:txBody>
          <a:bodyPr spcFirstLastPara="1" wrap="square" lIns="91425" tIns="45700" rIns="91425" bIns="45700" anchor="ctr" anchorCtr="0">
            <a:normAutofit/>
          </a:bodyPr>
          <a:lstStyle/>
          <a:p>
            <a:pPr marL="285750" lvl="0" indent="-64770" algn="l" rtl="0">
              <a:spcBef>
                <a:spcPts val="0"/>
              </a:spcBef>
              <a:spcAft>
                <a:spcPts val="0"/>
              </a:spcAft>
              <a:buSzPts val="3480"/>
              <a:buNone/>
            </a:pPr>
            <a:endParaRPr/>
          </a:p>
        </p:txBody>
      </p:sp>
      <p:sp>
        <p:nvSpPr>
          <p:cNvPr id="267" name="Google Shape;267;p28"/>
          <p:cNvSpPr txBox="1">
            <a:spLocks noGrp="1"/>
          </p:cNvSpPr>
          <p:nvPr>
            <p:ph type="sldNum" idx="12"/>
          </p:nvPr>
        </p:nvSpPr>
        <p:spPr>
          <a:xfrm>
            <a:off x="8258967" y="6108173"/>
            <a:ext cx="4278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chemeClr val="dk1"/>
              </a:buClr>
              <a:buSzPts val="1000"/>
              <a:buFont typeface="Corbel"/>
              <a:buNone/>
            </a:pPr>
            <a:fld id="{00000000-1234-1234-1234-123412341234}" type="slidenum">
              <a:rPr lang="en-US"/>
              <a:t>10</a:t>
            </a:fld>
            <a:endParaRPr/>
          </a:p>
        </p:txBody>
      </p:sp>
      <p:pic>
        <p:nvPicPr>
          <p:cNvPr id="268" name="Google Shape;268;p28"/>
          <p:cNvPicPr preferRelativeResize="0"/>
          <p:nvPr/>
        </p:nvPicPr>
        <p:blipFill rotWithShape="1">
          <a:blip r:embed="rId3">
            <a:alphaModFix/>
          </a:blip>
          <a:srcRect/>
          <a:stretch/>
        </p:blipFill>
        <p:spPr>
          <a:xfrm>
            <a:off x="7685615" y="133112"/>
            <a:ext cx="851975" cy="622300"/>
          </a:xfrm>
          <a:prstGeom prst="rect">
            <a:avLst/>
          </a:prstGeom>
          <a:noFill/>
          <a:ln>
            <a:noFill/>
          </a:ln>
        </p:spPr>
      </p:pic>
      <p:sp>
        <p:nvSpPr>
          <p:cNvPr id="269" name="Google Shape;269;p28"/>
          <p:cNvSpPr txBox="1"/>
          <p:nvPr/>
        </p:nvSpPr>
        <p:spPr>
          <a:xfrm>
            <a:off x="1473790" y="1933907"/>
            <a:ext cx="6196500" cy="3603900"/>
          </a:xfrm>
          <a:prstGeom prst="rect">
            <a:avLst/>
          </a:prstGeom>
          <a:noFill/>
          <a:ln>
            <a:noFill/>
          </a:ln>
        </p:spPr>
        <p:txBody>
          <a:bodyPr spcFirstLastPara="1" wrap="square" lIns="91425" tIns="45700" rIns="91425" bIns="45700" anchor="t" anchorCtr="0">
            <a:normAutofit/>
          </a:bodyPr>
          <a:lstStyle/>
          <a:p>
            <a:pPr marL="0" marR="0" lvl="0" indent="0" algn="l" rtl="0">
              <a:lnSpc>
                <a:spcPct val="115000"/>
              </a:lnSpc>
              <a:spcBef>
                <a:spcPts val="0"/>
              </a:spcBef>
              <a:spcAft>
                <a:spcPts val="0"/>
              </a:spcAft>
              <a:buClr>
                <a:srgbClr val="1186C3"/>
              </a:buClr>
              <a:buSzPts val="232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1000"/>
              </a:spcBef>
              <a:spcAft>
                <a:spcPts val="0"/>
              </a:spcAft>
              <a:buClr>
                <a:srgbClr val="1186C3"/>
              </a:buClr>
              <a:buSzPts val="2320"/>
              <a:buFont typeface="Arial"/>
              <a:buNone/>
            </a:pPr>
            <a:endParaRPr sz="1600" b="0" i="0" u="none" strike="noStrike" cap="none">
              <a:solidFill>
                <a:schemeClr val="dk1"/>
              </a:solidFill>
              <a:latin typeface="Times New Roman"/>
              <a:ea typeface="Times New Roman"/>
              <a:cs typeface="Times New Roman"/>
              <a:sym typeface="Times New Roman"/>
            </a:endParaRPr>
          </a:p>
        </p:txBody>
      </p:sp>
      <p:sp>
        <p:nvSpPr>
          <p:cNvPr id="270" name="Google Shape;270;p28"/>
          <p:cNvSpPr txBox="1"/>
          <p:nvPr/>
        </p:nvSpPr>
        <p:spPr>
          <a:xfrm>
            <a:off x="8385967" y="6235173"/>
            <a:ext cx="427833"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000000"/>
              </a:buClr>
              <a:buSzPts val="1000"/>
              <a:buFont typeface="Corbel"/>
              <a:buNone/>
            </a:pPr>
            <a:fld id="{00000000-1234-1234-1234-123412341234}" type="slidenum">
              <a:rPr lang="en-US" sz="1000" b="0" i="0" u="none" strike="noStrike" cap="none">
                <a:solidFill>
                  <a:srgbClr val="000000"/>
                </a:solidFill>
                <a:latin typeface="Corbel"/>
                <a:ea typeface="Corbel"/>
                <a:cs typeface="Corbel"/>
                <a:sym typeface="Corbel"/>
              </a:rPr>
              <a:t>10</a:t>
            </a:fld>
            <a:endParaRPr sz="1000" b="0" i="0" u="none" strike="noStrike" cap="none">
              <a:solidFill>
                <a:srgbClr val="000000"/>
              </a:solidFill>
              <a:latin typeface="Corbel"/>
              <a:ea typeface="Corbel"/>
              <a:cs typeface="Corbel"/>
              <a:sym typeface="Corbel"/>
            </a:endParaRPr>
          </a:p>
        </p:txBody>
      </p:sp>
      <p:sp>
        <p:nvSpPr>
          <p:cNvPr id="271" name="Google Shape;271;p28"/>
          <p:cNvSpPr txBox="1"/>
          <p:nvPr/>
        </p:nvSpPr>
        <p:spPr>
          <a:xfrm>
            <a:off x="1600790" y="2060907"/>
            <a:ext cx="6196500" cy="3603900"/>
          </a:xfrm>
          <a:prstGeom prst="rect">
            <a:avLst/>
          </a:prstGeom>
          <a:noFill/>
          <a:ln>
            <a:noFill/>
          </a:ln>
        </p:spPr>
        <p:txBody>
          <a:bodyPr spcFirstLastPara="1" wrap="square" lIns="91425" tIns="45700" rIns="91425" bIns="45700" anchor="t" anchorCtr="0">
            <a:normAutofit/>
          </a:bodyPr>
          <a:lstStyle/>
          <a:p>
            <a:pPr marL="0" marR="0" lvl="0" indent="0" algn="l" rtl="0">
              <a:lnSpc>
                <a:spcPct val="115000"/>
              </a:lnSpc>
              <a:spcBef>
                <a:spcPts val="0"/>
              </a:spcBef>
              <a:spcAft>
                <a:spcPts val="0"/>
              </a:spcAft>
              <a:buClr>
                <a:srgbClr val="1186C3"/>
              </a:buClr>
              <a:buSzPts val="232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1000"/>
              </a:spcBef>
              <a:spcAft>
                <a:spcPts val="0"/>
              </a:spcAft>
              <a:buClr>
                <a:srgbClr val="1186C3"/>
              </a:buClr>
              <a:buSzPts val="2320"/>
              <a:buFont typeface="Arial"/>
              <a:buNone/>
            </a:pPr>
            <a:endParaRPr sz="1600" b="0" i="0" u="none" strike="noStrike" cap="none">
              <a:solidFill>
                <a:schemeClr val="dk1"/>
              </a:solidFill>
              <a:latin typeface="Times New Roman"/>
              <a:ea typeface="Times New Roman"/>
              <a:cs typeface="Times New Roman"/>
              <a:sym typeface="Times New Roman"/>
            </a:endParaRPr>
          </a:p>
        </p:txBody>
      </p:sp>
      <p:sp>
        <p:nvSpPr>
          <p:cNvPr id="272" name="Google Shape;272;p28"/>
          <p:cNvSpPr txBox="1"/>
          <p:nvPr/>
        </p:nvSpPr>
        <p:spPr>
          <a:xfrm>
            <a:off x="1600790" y="2060907"/>
            <a:ext cx="6196500" cy="3603900"/>
          </a:xfrm>
          <a:prstGeom prst="rect">
            <a:avLst/>
          </a:prstGeom>
          <a:noFill/>
          <a:ln>
            <a:noFill/>
          </a:ln>
        </p:spPr>
        <p:txBody>
          <a:bodyPr spcFirstLastPara="1" wrap="square" lIns="91425" tIns="45700" rIns="91425" bIns="45700" anchor="t" anchorCtr="0">
            <a:normAutofit/>
          </a:bodyPr>
          <a:lstStyle/>
          <a:p>
            <a:pPr marL="0" marR="0" lvl="0" indent="0" algn="l" rtl="0">
              <a:lnSpc>
                <a:spcPct val="115000"/>
              </a:lnSpc>
              <a:spcBef>
                <a:spcPts val="0"/>
              </a:spcBef>
              <a:spcAft>
                <a:spcPts val="0"/>
              </a:spcAft>
              <a:buClr>
                <a:srgbClr val="1186C3"/>
              </a:buClr>
              <a:buSzPts val="232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1000"/>
              </a:spcBef>
              <a:spcAft>
                <a:spcPts val="0"/>
              </a:spcAft>
              <a:buClr>
                <a:srgbClr val="1186C3"/>
              </a:buClr>
              <a:buSzPts val="2320"/>
              <a:buFont typeface="Arial"/>
              <a:buNone/>
            </a:pPr>
            <a:endParaRPr sz="1600" b="0" i="0" u="none" strike="noStrike" cap="none">
              <a:solidFill>
                <a:schemeClr val="dk1"/>
              </a:solidFill>
              <a:latin typeface="Times New Roman"/>
              <a:ea typeface="Times New Roman"/>
              <a:cs typeface="Times New Roman"/>
              <a:sym typeface="Times New Roman"/>
            </a:endParaRPr>
          </a:p>
        </p:txBody>
      </p:sp>
      <p:graphicFrame>
        <p:nvGraphicFramePr>
          <p:cNvPr id="273" name="Google Shape;273;p28"/>
          <p:cNvGraphicFramePr/>
          <p:nvPr>
            <p:extLst>
              <p:ext uri="{D42A27DB-BD31-4B8C-83A1-F6EECF244321}">
                <p14:modId xmlns:p14="http://schemas.microsoft.com/office/powerpoint/2010/main" val="2428927423"/>
              </p:ext>
            </p:extLst>
          </p:nvPr>
        </p:nvGraphicFramePr>
        <p:xfrm>
          <a:off x="330200" y="954812"/>
          <a:ext cx="8610601" cy="5801618"/>
        </p:xfrm>
        <a:graphic>
          <a:graphicData uri="http://schemas.openxmlformats.org/drawingml/2006/table">
            <a:tbl>
              <a:tblPr firstRow="1" bandRow="1">
                <a:noFill/>
                <a:tableStyleId>{6A04F7A0-8408-4207-9BE1-253A53803FA9}</a:tableStyleId>
              </a:tblPr>
              <a:tblGrid>
                <a:gridCol w="511085">
                  <a:extLst>
                    <a:ext uri="{9D8B030D-6E8A-4147-A177-3AD203B41FA5}">
                      <a16:colId xmlns:a16="http://schemas.microsoft.com/office/drawing/2014/main" val="20000"/>
                    </a:ext>
                  </a:extLst>
                </a:gridCol>
                <a:gridCol w="1480714">
                  <a:extLst>
                    <a:ext uri="{9D8B030D-6E8A-4147-A177-3AD203B41FA5}">
                      <a16:colId xmlns:a16="http://schemas.microsoft.com/office/drawing/2014/main" val="20001"/>
                    </a:ext>
                  </a:extLst>
                </a:gridCol>
                <a:gridCol w="1582688">
                  <a:extLst>
                    <a:ext uri="{9D8B030D-6E8A-4147-A177-3AD203B41FA5}">
                      <a16:colId xmlns:a16="http://schemas.microsoft.com/office/drawing/2014/main" val="20002"/>
                    </a:ext>
                  </a:extLst>
                </a:gridCol>
                <a:gridCol w="1458794">
                  <a:extLst>
                    <a:ext uri="{9D8B030D-6E8A-4147-A177-3AD203B41FA5}">
                      <a16:colId xmlns:a16="http://schemas.microsoft.com/office/drawing/2014/main" val="20003"/>
                    </a:ext>
                  </a:extLst>
                </a:gridCol>
                <a:gridCol w="1832191">
                  <a:extLst>
                    <a:ext uri="{9D8B030D-6E8A-4147-A177-3AD203B41FA5}">
                      <a16:colId xmlns:a16="http://schemas.microsoft.com/office/drawing/2014/main" val="20004"/>
                    </a:ext>
                  </a:extLst>
                </a:gridCol>
                <a:gridCol w="1745129">
                  <a:extLst>
                    <a:ext uri="{9D8B030D-6E8A-4147-A177-3AD203B41FA5}">
                      <a16:colId xmlns:a16="http://schemas.microsoft.com/office/drawing/2014/main" val="20005"/>
                    </a:ext>
                  </a:extLst>
                </a:gridCol>
              </a:tblGrid>
              <a:tr h="772388">
                <a:tc>
                  <a:txBody>
                    <a:bodyPr/>
                    <a:lstStyle/>
                    <a:p>
                      <a:pPr marL="0" marR="0" lvl="0" indent="0" algn="l" rtl="0">
                        <a:spcBef>
                          <a:spcPts val="0"/>
                        </a:spcBef>
                        <a:spcAft>
                          <a:spcPts val="0"/>
                        </a:spcAft>
                        <a:buClr>
                          <a:schemeClr val="dk1"/>
                        </a:buClr>
                        <a:buSzPts val="1600"/>
                        <a:buFont typeface="Times New Roman"/>
                        <a:buNone/>
                      </a:pPr>
                      <a:r>
                        <a:rPr lang="en-US" sz="1600" u="none" strike="noStrike" cap="none">
                          <a:latin typeface="Times New Roman"/>
                          <a:ea typeface="Times New Roman"/>
                          <a:cs typeface="Times New Roman"/>
                          <a:sym typeface="Times New Roman"/>
                        </a:rPr>
                        <a:t>SI.No</a:t>
                      </a:r>
                      <a:endParaRPr/>
                    </a:p>
                  </a:txBody>
                  <a:tcPr marL="91450" marR="91450" marT="45725" marB="45725"/>
                </a:tc>
                <a:tc>
                  <a:txBody>
                    <a:bodyPr/>
                    <a:lstStyle/>
                    <a:p>
                      <a:pPr marL="0" marR="0" lvl="0" indent="0" algn="l" rtl="0">
                        <a:spcBef>
                          <a:spcPts val="0"/>
                        </a:spcBef>
                        <a:spcAft>
                          <a:spcPts val="0"/>
                        </a:spcAft>
                        <a:buClr>
                          <a:schemeClr val="dk1"/>
                        </a:buClr>
                        <a:buSzPts val="1600"/>
                        <a:buFont typeface="Times New Roman"/>
                        <a:buNone/>
                      </a:pPr>
                      <a:r>
                        <a:rPr lang="en-US" sz="1400" u="none" strike="noStrike" cap="none" dirty="0">
                          <a:latin typeface="Times New Roman"/>
                          <a:ea typeface="Times New Roman"/>
                          <a:cs typeface="Times New Roman"/>
                          <a:sym typeface="Times New Roman"/>
                        </a:rPr>
                        <a:t>Title</a:t>
                      </a:r>
                      <a:r>
                        <a:rPr lang="en-US" sz="1400" dirty="0">
                          <a:latin typeface="Times New Roman"/>
                          <a:ea typeface="Times New Roman"/>
                          <a:cs typeface="Times New Roman"/>
                          <a:sym typeface="Times New Roman"/>
                        </a:rPr>
                        <a:t> of the Paper &amp; Publication year</a:t>
                      </a:r>
                      <a:endParaRPr sz="1400" dirty="0"/>
                    </a:p>
                  </a:txBody>
                  <a:tcPr marL="91450" marR="91450" marT="45725" marB="45725"/>
                </a:tc>
                <a:tc>
                  <a:txBody>
                    <a:bodyPr/>
                    <a:lstStyle/>
                    <a:p>
                      <a:pPr marL="0" marR="0" lvl="0" indent="0" algn="l" rtl="0">
                        <a:spcBef>
                          <a:spcPts val="0"/>
                        </a:spcBef>
                        <a:spcAft>
                          <a:spcPts val="0"/>
                        </a:spcAft>
                        <a:buNone/>
                      </a:pPr>
                      <a:r>
                        <a:rPr lang="en-US" sz="1400" dirty="0">
                          <a:latin typeface="Times New Roman"/>
                          <a:ea typeface="Times New Roman"/>
                          <a:cs typeface="Times New Roman"/>
                          <a:sym typeface="Times New Roman"/>
                        </a:rPr>
                        <a:t>Authors</a:t>
                      </a:r>
                      <a:endParaRPr sz="14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Clr>
                          <a:schemeClr val="dk1"/>
                        </a:buClr>
                        <a:buSzPts val="1600"/>
                        <a:buFont typeface="Times New Roman"/>
                        <a:buNone/>
                      </a:pPr>
                      <a:r>
                        <a:rPr lang="en-US" sz="1400" u="none" strike="noStrike" cap="none" dirty="0">
                          <a:latin typeface="Times New Roman"/>
                          <a:ea typeface="Times New Roman"/>
                          <a:cs typeface="Times New Roman"/>
                          <a:sym typeface="Times New Roman"/>
                        </a:rPr>
                        <a:t>Problem Addressed</a:t>
                      </a:r>
                      <a:endParaRPr sz="1400" dirty="0"/>
                    </a:p>
                  </a:txBody>
                  <a:tcPr marL="91450" marR="91450" marT="45725" marB="45725"/>
                </a:tc>
                <a:tc>
                  <a:txBody>
                    <a:bodyPr/>
                    <a:lstStyle/>
                    <a:p>
                      <a:pPr marL="0" marR="0" lvl="0" indent="0" algn="l" rtl="0">
                        <a:spcBef>
                          <a:spcPts val="0"/>
                        </a:spcBef>
                        <a:spcAft>
                          <a:spcPts val="0"/>
                        </a:spcAft>
                        <a:buClr>
                          <a:schemeClr val="dk1"/>
                        </a:buClr>
                        <a:buSzPts val="1600"/>
                        <a:buFont typeface="Times New Roman"/>
                        <a:buNone/>
                      </a:pPr>
                      <a:r>
                        <a:rPr lang="en-US" sz="1400" u="none" strike="noStrike" cap="none" dirty="0">
                          <a:latin typeface="Times New Roman"/>
                          <a:ea typeface="Times New Roman"/>
                          <a:cs typeface="Times New Roman"/>
                          <a:sym typeface="Times New Roman"/>
                        </a:rPr>
                        <a:t>Approach / Methods</a:t>
                      </a:r>
                      <a:endParaRPr sz="1400" dirty="0"/>
                    </a:p>
                  </a:txBody>
                  <a:tcPr marL="91450" marR="91450" marT="45725" marB="45725"/>
                </a:tc>
                <a:tc>
                  <a:txBody>
                    <a:bodyPr/>
                    <a:lstStyle/>
                    <a:p>
                      <a:pPr marL="0" marR="0" lvl="0" indent="0" algn="l" rtl="0">
                        <a:spcBef>
                          <a:spcPts val="0"/>
                        </a:spcBef>
                        <a:spcAft>
                          <a:spcPts val="0"/>
                        </a:spcAft>
                        <a:buClr>
                          <a:schemeClr val="dk1"/>
                        </a:buClr>
                        <a:buSzPts val="1600"/>
                        <a:buFont typeface="Times New Roman"/>
                        <a:buNone/>
                      </a:pPr>
                      <a:r>
                        <a:rPr lang="en-US" sz="1400" u="none" strike="noStrike" cap="none" dirty="0">
                          <a:latin typeface="Times New Roman"/>
                          <a:ea typeface="Times New Roman"/>
                          <a:cs typeface="Times New Roman"/>
                          <a:sym typeface="Times New Roman"/>
                        </a:rPr>
                        <a:t>Key results / metrics</a:t>
                      </a:r>
                      <a:endParaRPr sz="1400" dirty="0"/>
                    </a:p>
                  </a:txBody>
                  <a:tcPr marL="91450" marR="91450" marT="45725" marB="45725"/>
                </a:tc>
                <a:extLst>
                  <a:ext uri="{0D108BD9-81ED-4DB2-BD59-A6C34878D82A}">
                    <a16:rowId xmlns:a16="http://schemas.microsoft.com/office/drawing/2014/main" val="10000"/>
                  </a:ext>
                </a:extLst>
              </a:tr>
              <a:tr h="1680045">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dirty="0">
                          <a:latin typeface="Times New Roman"/>
                          <a:ea typeface="Times New Roman"/>
                          <a:cs typeface="Times New Roman"/>
                          <a:sym typeface="Times New Roman"/>
                        </a:rPr>
                        <a:t>13.</a:t>
                      </a:r>
                      <a:endParaRPr dirty="0"/>
                    </a:p>
                  </a:txBody>
                  <a:tcPr marL="91450" marR="91450" marT="45725" marB="45725"/>
                </a:tc>
                <a:tc>
                  <a:txBody>
                    <a:bodyPr/>
                    <a:lstStyle/>
                    <a:p>
                      <a:pPr marL="0" marR="0" lvl="0" indent="0" algn="l" rtl="0">
                        <a:spcBef>
                          <a:spcPts val="0"/>
                        </a:spcBef>
                        <a:spcAft>
                          <a:spcPts val="0"/>
                        </a:spcAft>
                        <a:buClr>
                          <a:schemeClr val="dk1"/>
                        </a:buClr>
                        <a:buSzPts val="1400"/>
                        <a:buFont typeface="Times New Roman"/>
                        <a:buNone/>
                      </a:pPr>
                      <a:r>
                        <a:rPr lang="en-US" sz="1200" dirty="0">
                          <a:latin typeface="Times New Roman" panose="02020603050405020304" pitchFamily="18" charset="0"/>
                          <a:ea typeface="Roboto"/>
                          <a:cs typeface="Times New Roman" panose="02020603050405020304" pitchFamily="18" charset="0"/>
                          <a:sym typeface="Roboto"/>
                        </a:rPr>
                        <a:t>An </a:t>
                      </a:r>
                      <a:r>
                        <a:rPr lang="en-US" sz="1200" dirty="0" err="1">
                          <a:latin typeface="Times New Roman" panose="02020603050405020304" pitchFamily="18" charset="0"/>
                          <a:ea typeface="Roboto"/>
                          <a:cs typeface="Times New Roman" panose="02020603050405020304" pitchFamily="18" charset="0"/>
                          <a:sym typeface="Roboto"/>
                        </a:rPr>
                        <a:t>AutoML</a:t>
                      </a:r>
                      <a:r>
                        <a:rPr lang="en-US" sz="1200" dirty="0">
                          <a:latin typeface="Times New Roman" panose="02020603050405020304" pitchFamily="18" charset="0"/>
                          <a:ea typeface="Roboto"/>
                          <a:cs typeface="Times New Roman" panose="02020603050405020304" pitchFamily="18" charset="0"/>
                          <a:sym typeface="Roboto"/>
                        </a:rPr>
                        <a:t>‑Powered Analysis Framework for Forest Fire Forecasting: Adapting to Climate Change Dynamics</a:t>
                      </a:r>
                      <a:endParaRPr sz="1200" dirty="0">
                        <a:latin typeface="Times New Roman" panose="02020603050405020304" pitchFamily="18" charset="0"/>
                        <a:ea typeface="Roboto"/>
                        <a:cs typeface="Times New Roman" panose="02020603050405020304" pitchFamily="18" charset="0"/>
                        <a:sym typeface="Roboto"/>
                      </a:endParaRPr>
                    </a:p>
                    <a:p>
                      <a:pPr marL="0" marR="0" lvl="0" indent="0" algn="l" rtl="0">
                        <a:spcBef>
                          <a:spcPts val="0"/>
                        </a:spcBef>
                        <a:spcAft>
                          <a:spcPts val="0"/>
                        </a:spcAft>
                        <a:buClr>
                          <a:schemeClr val="dk1"/>
                        </a:buClr>
                        <a:buSzPts val="1400"/>
                        <a:buFont typeface="Times New Roman"/>
                        <a:buNone/>
                      </a:pPr>
                      <a:endParaRPr sz="1200" dirty="0">
                        <a:latin typeface="Times New Roman" panose="02020603050405020304" pitchFamily="18" charset="0"/>
                        <a:ea typeface="Roboto"/>
                        <a:cs typeface="Times New Roman" panose="02020603050405020304" pitchFamily="18" charset="0"/>
                        <a:sym typeface="Roboto"/>
                      </a:endParaRPr>
                    </a:p>
                    <a:p>
                      <a:pPr marL="0" marR="0" lvl="0" indent="0" algn="l" rtl="0">
                        <a:spcBef>
                          <a:spcPts val="0"/>
                        </a:spcBef>
                        <a:spcAft>
                          <a:spcPts val="0"/>
                        </a:spcAft>
                        <a:buClr>
                          <a:schemeClr val="dk1"/>
                        </a:buClr>
                        <a:buSzPts val="1400"/>
                        <a:buFont typeface="Times New Roman"/>
                        <a:buNone/>
                      </a:pPr>
                      <a:r>
                        <a:rPr lang="en-US" sz="1200" dirty="0">
                          <a:latin typeface="Times New Roman" panose="02020603050405020304" pitchFamily="18" charset="0"/>
                          <a:ea typeface="Roboto"/>
                          <a:cs typeface="Times New Roman" panose="02020603050405020304" pitchFamily="18" charset="0"/>
                          <a:sym typeface="Roboto"/>
                        </a:rPr>
                        <a:t>2024</a:t>
                      </a:r>
                      <a:endParaRPr sz="1200" dirty="0">
                        <a:latin typeface="Times New Roman" panose="02020603050405020304" pitchFamily="18" charset="0"/>
                        <a:ea typeface="Roboto"/>
                        <a:cs typeface="Times New Roman" panose="02020603050405020304" pitchFamily="18" charset="0"/>
                        <a:sym typeface="Roboto"/>
                      </a:endParaRPr>
                    </a:p>
                  </a:txBody>
                  <a:tcPr marL="91450" marR="91450" marT="45725" marB="45725"/>
                </a:tc>
                <a:tc>
                  <a:txBody>
                    <a:bodyPr/>
                    <a:lstStyle/>
                    <a:p>
                      <a:pPr marL="0" marR="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Shuo Zhang; Mengya Pan</a:t>
                      </a:r>
                      <a:endParaRPr sz="120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Compare AutoGluon AutoML vs traditional ML for fire danger/occurrence classification (Guangxi, 1994–2023)</a:t>
                      </a:r>
                      <a:endParaRPr sz="120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AutoGluon stack/bagging ensembles; meteorology, topography, vegetation, rivers; imputation/outlier handling; Accuracy/Precision/Recall/F1</a:t>
                      </a:r>
                      <a:endParaRPr sz="120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Best accuracies: KNeighborsDist 0.960; RF/ExtraTrees ≈0.965; ensembles surpassed SVM/BP/LR; reduced errors/outliers </a:t>
                      </a:r>
                      <a:endParaRPr sz="120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1"/>
                  </a:ext>
                </a:extLst>
              </a:tr>
              <a:tr h="1680045">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dirty="0">
                          <a:latin typeface="Times New Roman"/>
                          <a:ea typeface="Times New Roman"/>
                          <a:cs typeface="Times New Roman"/>
                          <a:sym typeface="Times New Roman"/>
                        </a:rPr>
                        <a:t>14.</a:t>
                      </a:r>
                      <a:endParaRPr dirty="0"/>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An Efficient Task Implementation Modeling Framework with Multi‑Stage Feature Selection and AutoML</a:t>
                      </a:r>
                      <a:endParaRPr sz="1200">
                        <a:latin typeface="Times New Roman" panose="02020603050405020304" pitchFamily="18" charset="0"/>
                        <a:ea typeface="Roboto"/>
                        <a:cs typeface="Times New Roman" panose="02020603050405020304" pitchFamily="18" charset="0"/>
                        <a:sym typeface="Roboto"/>
                      </a:endParaRPr>
                    </a:p>
                    <a:p>
                      <a:pPr marL="0" lvl="0" indent="0" algn="l" rtl="0">
                        <a:spcBef>
                          <a:spcPts val="0"/>
                        </a:spcBef>
                        <a:spcAft>
                          <a:spcPts val="0"/>
                        </a:spcAft>
                        <a:buNone/>
                      </a:pPr>
                      <a:endParaRPr sz="1200">
                        <a:latin typeface="Times New Roman" panose="02020603050405020304" pitchFamily="18" charset="0"/>
                        <a:ea typeface="Roboto"/>
                        <a:cs typeface="Times New Roman" panose="02020603050405020304" pitchFamily="18" charset="0"/>
                        <a:sym typeface="Roboto"/>
                      </a:endParaRPr>
                    </a:p>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2024</a:t>
                      </a:r>
                      <a:endParaRPr sz="1200">
                        <a:latin typeface="Times New Roman" panose="02020603050405020304" pitchFamily="18" charset="0"/>
                        <a:ea typeface="Roboto"/>
                        <a:cs typeface="Times New Roman" panose="02020603050405020304" pitchFamily="18" charset="0"/>
                        <a:sym typeface="Roboto"/>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Ye Su; Longlong Zhao; Hongzhong Li; Xiaoli Li; Jinsong Chen; Yuankai Ge</a:t>
                      </a:r>
                      <a:endParaRPr sz="120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Improve AutoML on high‑dimensional RS features for fire risk prediction</a:t>
                      </a:r>
                      <a:endParaRPr sz="120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MSFS (Mutual Information Gain → RFECV → voting) + AutoSklearn; region: Guangdong–HK–Macao; 24 features; compared 5 FS baselines</a:t>
                      </a:r>
                      <a:endParaRPr sz="120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Selected 12/24 features; removed 11/13 collinearity groups; +15% AutoSklearn success rate; best/stable metrics with 0.09% variance </a:t>
                      </a:r>
                      <a:endParaRPr sz="120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2"/>
                  </a:ext>
                </a:extLst>
              </a:tr>
              <a:tr h="1503199">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dirty="0">
                          <a:latin typeface="Times New Roman"/>
                          <a:ea typeface="Times New Roman"/>
                          <a:cs typeface="Times New Roman"/>
                          <a:sym typeface="Times New Roman"/>
                        </a:rPr>
                        <a:t>15.</a:t>
                      </a:r>
                      <a:endParaRPr dirty="0"/>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Evaluation of Three Algorithms and Forest Fire Risk Prediction in Zhejiang Province of China</a:t>
                      </a:r>
                      <a:endParaRPr sz="1200">
                        <a:latin typeface="Times New Roman" panose="02020603050405020304" pitchFamily="18" charset="0"/>
                        <a:ea typeface="Roboto"/>
                        <a:cs typeface="Times New Roman" panose="02020603050405020304" pitchFamily="18" charset="0"/>
                        <a:sym typeface="Roboto"/>
                      </a:endParaRPr>
                    </a:p>
                    <a:p>
                      <a:pPr marL="0" lvl="0" indent="0" algn="l" rtl="0">
                        <a:spcBef>
                          <a:spcPts val="0"/>
                        </a:spcBef>
                        <a:spcAft>
                          <a:spcPts val="0"/>
                        </a:spcAft>
                        <a:buNone/>
                      </a:pPr>
                      <a:endParaRPr sz="1200">
                        <a:latin typeface="Times New Roman" panose="02020603050405020304" pitchFamily="18" charset="0"/>
                        <a:ea typeface="Roboto"/>
                        <a:cs typeface="Times New Roman" panose="02020603050405020304" pitchFamily="18" charset="0"/>
                        <a:sym typeface="Roboto"/>
                      </a:endParaRPr>
                    </a:p>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2024</a:t>
                      </a:r>
                      <a:endParaRPr sz="1200">
                        <a:latin typeface="Times New Roman" panose="02020603050405020304" pitchFamily="18" charset="0"/>
                        <a:ea typeface="Roboto"/>
                        <a:cs typeface="Times New Roman" panose="02020603050405020304" pitchFamily="18" charset="0"/>
                        <a:sym typeface="Roboto"/>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cs typeface="Times New Roman" panose="02020603050405020304" pitchFamily="18" charset="0"/>
                        </a:rPr>
                        <a:t>Rong Bian; Keji Chen; Guoqiang Li; Zhengyong Wang; Yilin Qiu; Hua Bai; Wangying Kong	</a:t>
                      </a:r>
                      <a:endParaRPr sz="120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Analyze 2013–2023 MODIS fire trends; predict multi‑class fire level (low/med/high)</a:t>
                      </a:r>
                      <a:endParaRPr sz="120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Inputs: MYD14A2, NDVI, precipitation, RH, temperature, sunshine duration, LST, DEM, LULC; SMOTE; grid search; metrics suite</a:t>
                      </a:r>
                      <a:endParaRPr sz="120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dirty="0" err="1">
                          <a:latin typeface="Times New Roman" panose="02020603050405020304" pitchFamily="18" charset="0"/>
                          <a:ea typeface="Roboto"/>
                          <a:cs typeface="Times New Roman" panose="02020603050405020304" pitchFamily="18" charset="0"/>
                          <a:sym typeface="Roboto"/>
                        </a:rPr>
                        <a:t>XGBoost</a:t>
                      </a:r>
                      <a:r>
                        <a:rPr lang="en-US" sz="1200" dirty="0">
                          <a:latin typeface="Times New Roman" panose="02020603050405020304" pitchFamily="18" charset="0"/>
                          <a:ea typeface="Roboto"/>
                          <a:cs typeface="Times New Roman" panose="02020603050405020304" pitchFamily="18" charset="0"/>
                          <a:sym typeface="Roboto"/>
                        </a:rPr>
                        <a:t> best with Accuracy≈0.92, F1≈0.92, AUC≈0.919; elevation/precipitation most influential; seasonal concentration winter–spring </a:t>
                      </a:r>
                      <a:endParaRPr sz="12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29"/>
          <p:cNvSpPr txBox="1">
            <a:spLocks noGrp="1"/>
          </p:cNvSpPr>
          <p:nvPr>
            <p:ph type="title"/>
          </p:nvPr>
        </p:nvSpPr>
        <p:spPr>
          <a:xfrm>
            <a:off x="681367" y="149206"/>
            <a:ext cx="7704600" cy="5913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2800"/>
              <a:buFont typeface="Corbel"/>
              <a:buNone/>
            </a:pPr>
            <a:r>
              <a:rPr lang="en-US" sz="2800" b="1" dirty="0">
                <a:latin typeface="Times New Roman" panose="02020603050405020304" pitchFamily="18" charset="0"/>
                <a:cs typeface="Times New Roman" panose="02020603050405020304" pitchFamily="18" charset="0"/>
              </a:rPr>
              <a:t>Literature</a:t>
            </a:r>
            <a:r>
              <a:rPr lang="en-US" sz="2400" b="1" dirty="0">
                <a:latin typeface="Times New Roman" panose="02020603050405020304" pitchFamily="18" charset="0"/>
                <a:cs typeface="Times New Roman" panose="02020603050405020304" pitchFamily="18" charset="0"/>
              </a:rPr>
              <a:t> Survey</a:t>
            </a:r>
            <a:endParaRPr sz="2400" dirty="0">
              <a:latin typeface="Times New Roman" panose="02020603050405020304" pitchFamily="18" charset="0"/>
              <a:cs typeface="Times New Roman" panose="02020603050405020304" pitchFamily="18" charset="0"/>
            </a:endParaRPr>
          </a:p>
        </p:txBody>
      </p:sp>
      <p:sp>
        <p:nvSpPr>
          <p:cNvPr id="279" name="Google Shape;279;p29"/>
          <p:cNvSpPr txBox="1">
            <a:spLocks noGrp="1"/>
          </p:cNvSpPr>
          <p:nvPr>
            <p:ph type="body" idx="1"/>
          </p:nvPr>
        </p:nvSpPr>
        <p:spPr>
          <a:xfrm>
            <a:off x="982133" y="2667000"/>
            <a:ext cx="7704667" cy="3332816"/>
          </a:xfrm>
          <a:prstGeom prst="rect">
            <a:avLst/>
          </a:prstGeom>
          <a:noFill/>
          <a:ln>
            <a:noFill/>
          </a:ln>
        </p:spPr>
        <p:txBody>
          <a:bodyPr spcFirstLastPara="1" wrap="square" lIns="91425" tIns="45700" rIns="91425" bIns="45700" anchor="ctr" anchorCtr="0">
            <a:normAutofit/>
          </a:bodyPr>
          <a:lstStyle/>
          <a:p>
            <a:pPr marL="285750" lvl="0" indent="-64770" algn="l" rtl="0">
              <a:spcBef>
                <a:spcPts val="0"/>
              </a:spcBef>
              <a:spcAft>
                <a:spcPts val="0"/>
              </a:spcAft>
              <a:buSzPts val="3480"/>
              <a:buNone/>
            </a:pPr>
            <a:endParaRPr/>
          </a:p>
        </p:txBody>
      </p:sp>
      <p:sp>
        <p:nvSpPr>
          <p:cNvPr id="280" name="Google Shape;280;p29"/>
          <p:cNvSpPr txBox="1">
            <a:spLocks noGrp="1"/>
          </p:cNvSpPr>
          <p:nvPr>
            <p:ph type="sldNum" idx="12"/>
          </p:nvPr>
        </p:nvSpPr>
        <p:spPr>
          <a:xfrm>
            <a:off x="8258967" y="6108173"/>
            <a:ext cx="4278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chemeClr val="dk1"/>
              </a:buClr>
              <a:buSzPts val="1000"/>
              <a:buFont typeface="Corbel"/>
              <a:buNone/>
            </a:pPr>
            <a:fld id="{00000000-1234-1234-1234-123412341234}" type="slidenum">
              <a:rPr lang="en-US"/>
              <a:t>11</a:t>
            </a:fld>
            <a:endParaRPr/>
          </a:p>
        </p:txBody>
      </p:sp>
      <p:pic>
        <p:nvPicPr>
          <p:cNvPr id="281" name="Google Shape;281;p29"/>
          <p:cNvPicPr preferRelativeResize="0"/>
          <p:nvPr/>
        </p:nvPicPr>
        <p:blipFill rotWithShape="1">
          <a:blip r:embed="rId3">
            <a:alphaModFix/>
          </a:blip>
          <a:srcRect/>
          <a:stretch/>
        </p:blipFill>
        <p:spPr>
          <a:xfrm>
            <a:off x="8046900" y="82780"/>
            <a:ext cx="851975" cy="622300"/>
          </a:xfrm>
          <a:prstGeom prst="rect">
            <a:avLst/>
          </a:prstGeom>
          <a:noFill/>
          <a:ln>
            <a:noFill/>
          </a:ln>
        </p:spPr>
      </p:pic>
      <p:sp>
        <p:nvSpPr>
          <p:cNvPr id="282" name="Google Shape;282;p29"/>
          <p:cNvSpPr/>
          <p:nvPr/>
        </p:nvSpPr>
        <p:spPr>
          <a:xfrm>
            <a:off x="8385967" y="6235173"/>
            <a:ext cx="427833"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dk1"/>
              </a:buClr>
              <a:buSzPts val="1000"/>
              <a:buFont typeface="Corbel"/>
              <a:buNone/>
            </a:pPr>
            <a:fld id="{00000000-1234-1234-1234-123412341234}" type="slidenum">
              <a:rPr lang="en-US" sz="1000" b="0" i="0" u="none" strike="noStrike" cap="none">
                <a:solidFill>
                  <a:schemeClr val="dk1"/>
                </a:solidFill>
                <a:latin typeface="Corbel"/>
                <a:ea typeface="Corbel"/>
                <a:cs typeface="Corbel"/>
                <a:sym typeface="Corbel"/>
              </a:rPr>
              <a:t>11</a:t>
            </a:fld>
            <a:endParaRPr sz="1000" b="0" i="0" u="none" strike="noStrike" cap="none">
              <a:solidFill>
                <a:schemeClr val="dk1"/>
              </a:solidFill>
              <a:latin typeface="Corbel"/>
              <a:ea typeface="Corbel"/>
              <a:cs typeface="Corbel"/>
              <a:sym typeface="Corbel"/>
            </a:endParaRPr>
          </a:p>
        </p:txBody>
      </p:sp>
      <p:sp>
        <p:nvSpPr>
          <p:cNvPr id="283" name="Google Shape;283;p29"/>
          <p:cNvSpPr txBox="1"/>
          <p:nvPr/>
        </p:nvSpPr>
        <p:spPr>
          <a:xfrm>
            <a:off x="1473790" y="1933907"/>
            <a:ext cx="6196500" cy="3603900"/>
          </a:xfrm>
          <a:prstGeom prst="rect">
            <a:avLst/>
          </a:prstGeom>
          <a:noFill/>
          <a:ln>
            <a:noFill/>
          </a:ln>
        </p:spPr>
        <p:txBody>
          <a:bodyPr spcFirstLastPara="1" wrap="square" lIns="91425" tIns="45700" rIns="91425" bIns="45700" anchor="t" anchorCtr="0">
            <a:normAutofit/>
          </a:bodyPr>
          <a:lstStyle/>
          <a:p>
            <a:pPr marL="0" marR="0" lvl="0" indent="0" algn="l" rtl="0">
              <a:lnSpc>
                <a:spcPct val="115000"/>
              </a:lnSpc>
              <a:spcBef>
                <a:spcPts val="0"/>
              </a:spcBef>
              <a:spcAft>
                <a:spcPts val="0"/>
              </a:spcAft>
              <a:buClr>
                <a:srgbClr val="1186C3"/>
              </a:buClr>
              <a:buSzPts val="232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1000"/>
              </a:spcBef>
              <a:spcAft>
                <a:spcPts val="0"/>
              </a:spcAft>
              <a:buClr>
                <a:srgbClr val="1186C3"/>
              </a:buClr>
              <a:buSzPts val="2320"/>
              <a:buFont typeface="Arial"/>
              <a:buNone/>
            </a:pPr>
            <a:endParaRPr sz="1600" b="0" i="0" u="none" strike="noStrike" cap="none">
              <a:solidFill>
                <a:schemeClr val="dk1"/>
              </a:solidFill>
              <a:latin typeface="Times New Roman"/>
              <a:ea typeface="Times New Roman"/>
              <a:cs typeface="Times New Roman"/>
              <a:sym typeface="Times New Roman"/>
            </a:endParaRPr>
          </a:p>
        </p:txBody>
      </p:sp>
      <p:sp>
        <p:nvSpPr>
          <p:cNvPr id="284" name="Google Shape;284;p29"/>
          <p:cNvSpPr txBox="1"/>
          <p:nvPr/>
        </p:nvSpPr>
        <p:spPr>
          <a:xfrm>
            <a:off x="8385967" y="6235173"/>
            <a:ext cx="427833"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000000"/>
              </a:buClr>
              <a:buSzPts val="1000"/>
              <a:buFont typeface="Corbel"/>
              <a:buNone/>
            </a:pPr>
            <a:fld id="{00000000-1234-1234-1234-123412341234}" type="slidenum">
              <a:rPr lang="en-US" sz="1000" b="0" i="0" u="none" strike="noStrike" cap="none">
                <a:solidFill>
                  <a:srgbClr val="000000"/>
                </a:solidFill>
                <a:latin typeface="Corbel"/>
                <a:ea typeface="Corbel"/>
                <a:cs typeface="Corbel"/>
                <a:sym typeface="Corbel"/>
              </a:rPr>
              <a:t>11</a:t>
            </a:fld>
            <a:endParaRPr sz="1000" b="0" i="0" u="none" strike="noStrike" cap="none">
              <a:solidFill>
                <a:srgbClr val="000000"/>
              </a:solidFill>
              <a:latin typeface="Corbel"/>
              <a:ea typeface="Corbel"/>
              <a:cs typeface="Corbel"/>
              <a:sym typeface="Corbel"/>
            </a:endParaRPr>
          </a:p>
        </p:txBody>
      </p:sp>
      <p:sp>
        <p:nvSpPr>
          <p:cNvPr id="285" name="Google Shape;285;p29"/>
          <p:cNvSpPr txBox="1"/>
          <p:nvPr/>
        </p:nvSpPr>
        <p:spPr>
          <a:xfrm>
            <a:off x="1600790" y="2060907"/>
            <a:ext cx="6196500" cy="3603900"/>
          </a:xfrm>
          <a:prstGeom prst="rect">
            <a:avLst/>
          </a:prstGeom>
          <a:noFill/>
          <a:ln>
            <a:noFill/>
          </a:ln>
        </p:spPr>
        <p:txBody>
          <a:bodyPr spcFirstLastPara="1" wrap="square" lIns="91425" tIns="45700" rIns="91425" bIns="45700" anchor="t" anchorCtr="0">
            <a:normAutofit/>
          </a:bodyPr>
          <a:lstStyle/>
          <a:p>
            <a:pPr marL="0" marR="0" lvl="0" indent="0" algn="l" rtl="0">
              <a:lnSpc>
                <a:spcPct val="115000"/>
              </a:lnSpc>
              <a:spcBef>
                <a:spcPts val="0"/>
              </a:spcBef>
              <a:spcAft>
                <a:spcPts val="0"/>
              </a:spcAft>
              <a:buClr>
                <a:srgbClr val="1186C3"/>
              </a:buClr>
              <a:buSzPts val="232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1000"/>
              </a:spcBef>
              <a:spcAft>
                <a:spcPts val="0"/>
              </a:spcAft>
              <a:buClr>
                <a:srgbClr val="1186C3"/>
              </a:buClr>
              <a:buSzPts val="2320"/>
              <a:buFont typeface="Arial"/>
              <a:buNone/>
            </a:pPr>
            <a:endParaRPr sz="1600" b="0" i="0" u="none" strike="noStrike" cap="none">
              <a:solidFill>
                <a:schemeClr val="dk1"/>
              </a:solidFill>
              <a:latin typeface="Times New Roman"/>
              <a:ea typeface="Times New Roman"/>
              <a:cs typeface="Times New Roman"/>
              <a:sym typeface="Times New Roman"/>
            </a:endParaRPr>
          </a:p>
        </p:txBody>
      </p:sp>
      <p:sp>
        <p:nvSpPr>
          <p:cNvPr id="286" name="Google Shape;286;p29"/>
          <p:cNvSpPr txBox="1"/>
          <p:nvPr/>
        </p:nvSpPr>
        <p:spPr>
          <a:xfrm>
            <a:off x="1600790" y="2060907"/>
            <a:ext cx="6196500" cy="3603900"/>
          </a:xfrm>
          <a:prstGeom prst="rect">
            <a:avLst/>
          </a:prstGeom>
          <a:noFill/>
          <a:ln>
            <a:noFill/>
          </a:ln>
        </p:spPr>
        <p:txBody>
          <a:bodyPr spcFirstLastPara="1" wrap="square" lIns="91425" tIns="45700" rIns="91425" bIns="45700" anchor="t" anchorCtr="0">
            <a:normAutofit/>
          </a:bodyPr>
          <a:lstStyle/>
          <a:p>
            <a:pPr marL="0" marR="0" lvl="0" indent="0" algn="l" rtl="0">
              <a:lnSpc>
                <a:spcPct val="115000"/>
              </a:lnSpc>
              <a:spcBef>
                <a:spcPts val="0"/>
              </a:spcBef>
              <a:spcAft>
                <a:spcPts val="0"/>
              </a:spcAft>
              <a:buClr>
                <a:srgbClr val="1186C3"/>
              </a:buClr>
              <a:buSzPts val="232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1000"/>
              </a:spcBef>
              <a:spcAft>
                <a:spcPts val="0"/>
              </a:spcAft>
              <a:buClr>
                <a:srgbClr val="1186C3"/>
              </a:buClr>
              <a:buSzPts val="2320"/>
              <a:buFont typeface="Arial"/>
              <a:buNone/>
            </a:pPr>
            <a:endParaRPr sz="1600" b="0" i="0" u="none" strike="noStrike" cap="none">
              <a:solidFill>
                <a:schemeClr val="dk1"/>
              </a:solidFill>
              <a:latin typeface="Times New Roman"/>
              <a:ea typeface="Times New Roman"/>
              <a:cs typeface="Times New Roman"/>
              <a:sym typeface="Times New Roman"/>
            </a:endParaRPr>
          </a:p>
        </p:txBody>
      </p:sp>
      <p:graphicFrame>
        <p:nvGraphicFramePr>
          <p:cNvPr id="287" name="Google Shape;287;p29"/>
          <p:cNvGraphicFramePr/>
          <p:nvPr>
            <p:extLst>
              <p:ext uri="{D42A27DB-BD31-4B8C-83A1-F6EECF244321}">
                <p14:modId xmlns:p14="http://schemas.microsoft.com/office/powerpoint/2010/main" val="1665202782"/>
              </p:ext>
            </p:extLst>
          </p:nvPr>
        </p:nvGraphicFramePr>
        <p:xfrm>
          <a:off x="137352" y="858184"/>
          <a:ext cx="8869296" cy="5913160"/>
        </p:xfrm>
        <a:graphic>
          <a:graphicData uri="http://schemas.openxmlformats.org/drawingml/2006/table">
            <a:tbl>
              <a:tblPr firstRow="1" bandRow="1">
                <a:noFill/>
                <a:tableStyleId>{6A04F7A0-8408-4207-9BE1-253A53803FA9}</a:tableStyleId>
              </a:tblPr>
              <a:tblGrid>
                <a:gridCol w="714713">
                  <a:extLst>
                    <a:ext uri="{9D8B030D-6E8A-4147-A177-3AD203B41FA5}">
                      <a16:colId xmlns:a16="http://schemas.microsoft.com/office/drawing/2014/main" val="20000"/>
                    </a:ext>
                  </a:extLst>
                </a:gridCol>
                <a:gridCol w="1573633">
                  <a:extLst>
                    <a:ext uri="{9D8B030D-6E8A-4147-A177-3AD203B41FA5}">
                      <a16:colId xmlns:a16="http://schemas.microsoft.com/office/drawing/2014/main" val="20001"/>
                    </a:ext>
                  </a:extLst>
                </a:gridCol>
                <a:gridCol w="1573633">
                  <a:extLst>
                    <a:ext uri="{9D8B030D-6E8A-4147-A177-3AD203B41FA5}">
                      <a16:colId xmlns:a16="http://schemas.microsoft.com/office/drawing/2014/main" val="20002"/>
                    </a:ext>
                  </a:extLst>
                </a:gridCol>
                <a:gridCol w="1450452">
                  <a:extLst>
                    <a:ext uri="{9D8B030D-6E8A-4147-A177-3AD203B41FA5}">
                      <a16:colId xmlns:a16="http://schemas.microsoft.com/office/drawing/2014/main" val="20003"/>
                    </a:ext>
                  </a:extLst>
                </a:gridCol>
                <a:gridCol w="1821710">
                  <a:extLst>
                    <a:ext uri="{9D8B030D-6E8A-4147-A177-3AD203B41FA5}">
                      <a16:colId xmlns:a16="http://schemas.microsoft.com/office/drawing/2014/main" val="20004"/>
                    </a:ext>
                  </a:extLst>
                </a:gridCol>
                <a:gridCol w="1735155">
                  <a:extLst>
                    <a:ext uri="{9D8B030D-6E8A-4147-A177-3AD203B41FA5}">
                      <a16:colId xmlns:a16="http://schemas.microsoft.com/office/drawing/2014/main" val="20005"/>
                    </a:ext>
                  </a:extLst>
                </a:gridCol>
              </a:tblGrid>
              <a:tr h="924194">
                <a:tc>
                  <a:txBody>
                    <a:bodyPr/>
                    <a:lstStyle/>
                    <a:p>
                      <a:pPr marL="0" marR="0" lvl="0" indent="0" algn="l" rtl="0">
                        <a:spcBef>
                          <a:spcPts val="0"/>
                        </a:spcBef>
                        <a:spcAft>
                          <a:spcPts val="0"/>
                        </a:spcAft>
                        <a:buClr>
                          <a:schemeClr val="dk1"/>
                        </a:buClr>
                        <a:buSzPts val="1600"/>
                        <a:buFont typeface="Times New Roman"/>
                        <a:buNone/>
                      </a:pPr>
                      <a:r>
                        <a:rPr lang="en-US" sz="1600" u="none" strike="noStrike" cap="none" dirty="0" err="1">
                          <a:latin typeface="Times New Roman"/>
                          <a:ea typeface="Times New Roman"/>
                          <a:cs typeface="Times New Roman"/>
                          <a:sym typeface="Times New Roman"/>
                        </a:rPr>
                        <a:t>SI.No</a:t>
                      </a:r>
                      <a:endParaRPr dirty="0"/>
                    </a:p>
                  </a:txBody>
                  <a:tcPr marL="91450" marR="91450" marT="45725" marB="45725"/>
                </a:tc>
                <a:tc>
                  <a:txBody>
                    <a:bodyPr/>
                    <a:lstStyle/>
                    <a:p>
                      <a:pPr marL="0" marR="0" lvl="0" indent="0" algn="l" rtl="0">
                        <a:spcBef>
                          <a:spcPts val="0"/>
                        </a:spcBef>
                        <a:spcAft>
                          <a:spcPts val="0"/>
                        </a:spcAft>
                        <a:buClr>
                          <a:schemeClr val="dk1"/>
                        </a:buClr>
                        <a:buSzPts val="1600"/>
                        <a:buFont typeface="Times New Roman"/>
                        <a:buNone/>
                      </a:pPr>
                      <a:r>
                        <a:rPr lang="en-US" sz="1600" u="none" strike="noStrike" cap="none">
                          <a:latin typeface="Times New Roman"/>
                          <a:ea typeface="Times New Roman"/>
                          <a:cs typeface="Times New Roman"/>
                          <a:sym typeface="Times New Roman"/>
                        </a:rPr>
                        <a:t>Title</a:t>
                      </a:r>
                      <a:r>
                        <a:rPr lang="en-US" sz="1600">
                          <a:latin typeface="Times New Roman"/>
                          <a:ea typeface="Times New Roman"/>
                          <a:cs typeface="Times New Roman"/>
                          <a:sym typeface="Times New Roman"/>
                        </a:rPr>
                        <a:t> of the Paper &amp; Publication year</a:t>
                      </a:r>
                      <a:endParaRPr/>
                    </a:p>
                  </a:txBody>
                  <a:tcPr marL="91450" marR="91450" marT="45725" marB="45725"/>
                </a:tc>
                <a:tc>
                  <a:txBody>
                    <a:bodyPr/>
                    <a:lstStyle/>
                    <a:p>
                      <a:pPr marL="0" marR="0" lvl="0" indent="0" algn="l" rtl="0">
                        <a:spcBef>
                          <a:spcPts val="0"/>
                        </a:spcBef>
                        <a:spcAft>
                          <a:spcPts val="0"/>
                        </a:spcAft>
                        <a:buNone/>
                      </a:pPr>
                      <a:r>
                        <a:rPr lang="en-US" sz="1600" dirty="0">
                          <a:latin typeface="Times New Roman"/>
                          <a:ea typeface="Times New Roman"/>
                          <a:cs typeface="Times New Roman"/>
                          <a:sym typeface="Times New Roman"/>
                        </a:rPr>
                        <a:t>Authors</a:t>
                      </a:r>
                      <a:endParaRPr sz="16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Clr>
                          <a:schemeClr val="dk1"/>
                        </a:buClr>
                        <a:buSzPts val="1600"/>
                        <a:buFont typeface="Times New Roman"/>
                        <a:buNone/>
                      </a:pPr>
                      <a:r>
                        <a:rPr lang="en-US" sz="1600" u="none" strike="noStrike" cap="none">
                          <a:latin typeface="Times New Roman"/>
                          <a:ea typeface="Times New Roman"/>
                          <a:cs typeface="Times New Roman"/>
                          <a:sym typeface="Times New Roman"/>
                        </a:rPr>
                        <a:t>Problem Addressed</a:t>
                      </a:r>
                      <a:endParaRPr/>
                    </a:p>
                  </a:txBody>
                  <a:tcPr marL="91450" marR="91450" marT="45725" marB="45725"/>
                </a:tc>
                <a:tc>
                  <a:txBody>
                    <a:bodyPr/>
                    <a:lstStyle/>
                    <a:p>
                      <a:pPr marL="0" marR="0" lvl="0" indent="0" algn="l" rtl="0">
                        <a:spcBef>
                          <a:spcPts val="0"/>
                        </a:spcBef>
                        <a:spcAft>
                          <a:spcPts val="0"/>
                        </a:spcAft>
                        <a:buClr>
                          <a:schemeClr val="dk1"/>
                        </a:buClr>
                        <a:buSzPts val="1600"/>
                        <a:buFont typeface="Times New Roman"/>
                        <a:buNone/>
                      </a:pPr>
                      <a:r>
                        <a:rPr lang="en-US" sz="1600" u="none" strike="noStrike" cap="none">
                          <a:latin typeface="Times New Roman"/>
                          <a:ea typeface="Times New Roman"/>
                          <a:cs typeface="Times New Roman"/>
                          <a:sym typeface="Times New Roman"/>
                        </a:rPr>
                        <a:t>Approach / Methods</a:t>
                      </a:r>
                      <a:endParaRPr/>
                    </a:p>
                  </a:txBody>
                  <a:tcPr marL="91450" marR="91450" marT="45725" marB="45725"/>
                </a:tc>
                <a:tc>
                  <a:txBody>
                    <a:bodyPr/>
                    <a:lstStyle/>
                    <a:p>
                      <a:pPr marL="0" marR="0" lvl="0" indent="0" algn="l" rtl="0">
                        <a:spcBef>
                          <a:spcPts val="0"/>
                        </a:spcBef>
                        <a:spcAft>
                          <a:spcPts val="0"/>
                        </a:spcAft>
                        <a:buClr>
                          <a:schemeClr val="dk1"/>
                        </a:buClr>
                        <a:buSzPts val="1600"/>
                        <a:buFont typeface="Times New Roman"/>
                        <a:buNone/>
                      </a:pPr>
                      <a:r>
                        <a:rPr lang="en-US" sz="1600" u="none" strike="noStrike" cap="none">
                          <a:latin typeface="Times New Roman"/>
                          <a:ea typeface="Times New Roman"/>
                          <a:cs typeface="Times New Roman"/>
                          <a:sym typeface="Times New Roman"/>
                        </a:rPr>
                        <a:t>Key results / metrics</a:t>
                      </a:r>
                      <a:endParaRPr/>
                    </a:p>
                  </a:txBody>
                  <a:tcPr marL="91450" marR="91450" marT="45725" marB="45725"/>
                </a:tc>
                <a:extLst>
                  <a:ext uri="{0D108BD9-81ED-4DB2-BD59-A6C34878D82A}">
                    <a16:rowId xmlns:a16="http://schemas.microsoft.com/office/drawing/2014/main" val="10000"/>
                  </a:ext>
                </a:extLst>
              </a:tr>
              <a:tr h="1346679">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dirty="0">
                          <a:latin typeface="Times New Roman"/>
                          <a:ea typeface="Times New Roman"/>
                          <a:cs typeface="Times New Roman"/>
                          <a:sym typeface="Times New Roman"/>
                        </a:rPr>
                        <a:t>16.</a:t>
                      </a:r>
                      <a:endParaRPr dirty="0"/>
                    </a:p>
                  </a:txBody>
                  <a:tcPr marL="91450" marR="91450" marT="45725" marB="45725"/>
                </a:tc>
                <a:tc>
                  <a:txBody>
                    <a:bodyPr/>
                    <a:lstStyle/>
                    <a:p>
                      <a:pPr marL="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Utilizing Transfer Learning and pre‑trained Models for Effective Forest Fire Detection: A Case Study of Uttarakhand</a:t>
                      </a:r>
                      <a:endParaRPr sz="1200" dirty="0">
                        <a:latin typeface="Times New Roman" panose="02020603050405020304" pitchFamily="18" charset="0"/>
                        <a:ea typeface="Roboto"/>
                        <a:cs typeface="Times New Roman" panose="02020603050405020304" pitchFamily="18" charset="0"/>
                        <a:sym typeface="Roboto"/>
                      </a:endParaRPr>
                    </a:p>
                    <a:p>
                      <a:pPr marL="0" lvl="0" indent="0" algn="l" rtl="0">
                        <a:spcBef>
                          <a:spcPts val="0"/>
                        </a:spcBef>
                        <a:spcAft>
                          <a:spcPts val="0"/>
                        </a:spcAft>
                        <a:buNone/>
                      </a:pPr>
                      <a:endParaRPr sz="1200" dirty="0">
                        <a:latin typeface="Times New Roman" panose="02020603050405020304" pitchFamily="18" charset="0"/>
                        <a:ea typeface="Roboto"/>
                        <a:cs typeface="Times New Roman" panose="02020603050405020304" pitchFamily="18" charset="0"/>
                        <a:sym typeface="Roboto"/>
                      </a:endParaRPr>
                    </a:p>
                    <a:p>
                      <a:pPr marL="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2024</a:t>
                      </a:r>
                      <a:endParaRPr sz="1200" dirty="0">
                        <a:latin typeface="Times New Roman" panose="02020603050405020304" pitchFamily="18" charset="0"/>
                        <a:ea typeface="Roboto"/>
                        <a:cs typeface="Times New Roman" panose="02020603050405020304" pitchFamily="18" charset="0"/>
                        <a:sym typeface="Roboto"/>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Hari Prabhat Gupta; Rahul Mishra</a:t>
                      </a:r>
                      <a:endParaRPr sz="120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Advocate transfer learning for detection with limited labels; show MobileNetV2 fine‑tuning</a:t>
                      </a:r>
                      <a:endParaRPr sz="120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TL MobileNetV2 with custom head; augmentation; 200 epochs; evaluated via ROC, confusion matrix, accuracy/loss</a:t>
                      </a:r>
                      <a:endParaRPr sz="120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Reported validation accuracy ≈99% on curated dataset; discusses negative‑transfer risks and adaptation to Indian regions </a:t>
                      </a:r>
                      <a:endParaRPr sz="120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1"/>
                  </a:ext>
                </a:extLst>
              </a:tr>
              <a:tr h="1346679">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dirty="0">
                          <a:latin typeface="Times New Roman"/>
                          <a:ea typeface="Times New Roman"/>
                          <a:cs typeface="Times New Roman"/>
                          <a:sym typeface="Times New Roman"/>
                        </a:rPr>
                        <a:t>17.</a:t>
                      </a:r>
                      <a:endParaRPr dirty="0"/>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AutoML‑Fire: Automated machine‑learning approach to predict forest fires</a:t>
                      </a:r>
                      <a:endParaRPr sz="1200">
                        <a:latin typeface="Times New Roman" panose="02020603050405020304" pitchFamily="18" charset="0"/>
                        <a:ea typeface="Roboto"/>
                        <a:cs typeface="Times New Roman" panose="02020603050405020304" pitchFamily="18" charset="0"/>
                        <a:sym typeface="Roboto"/>
                      </a:endParaRPr>
                    </a:p>
                    <a:p>
                      <a:pPr marL="0" lvl="0" indent="0" algn="l" rtl="0">
                        <a:spcBef>
                          <a:spcPts val="0"/>
                        </a:spcBef>
                        <a:spcAft>
                          <a:spcPts val="0"/>
                        </a:spcAft>
                        <a:buNone/>
                      </a:pPr>
                      <a:endParaRPr sz="1200">
                        <a:latin typeface="Times New Roman" panose="02020603050405020304" pitchFamily="18" charset="0"/>
                        <a:ea typeface="Roboto"/>
                        <a:cs typeface="Times New Roman" panose="02020603050405020304" pitchFamily="18" charset="0"/>
                        <a:sym typeface="Roboto"/>
                      </a:endParaRPr>
                    </a:p>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2025</a:t>
                      </a:r>
                      <a:endParaRPr sz="1200">
                        <a:latin typeface="Times New Roman" panose="02020603050405020304" pitchFamily="18" charset="0"/>
                        <a:ea typeface="Roboto"/>
                        <a:cs typeface="Times New Roman" panose="02020603050405020304" pitchFamily="18" charset="0"/>
                        <a:sym typeface="Roboto"/>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Saurabh Toraskar; Adil Khan; M. Niranjannaik; Abhilash Singh; Kumar Gaurav</a:t>
                      </a:r>
                      <a:endParaRPr sz="120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Pan‑India automatic fire count prediction; automated model selection and Bayesian optimization</a:t>
                      </a:r>
                      <a:endParaRPr sz="120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Candidate families (FFNN, SVR, GPR, RF, Boosting, BDT, LR, KR); SMOGN for imbalance; SHAP/PDP interpretability; 0.25° grid (2003–2018); DBSCAN clustering</a:t>
                      </a:r>
                      <a:endParaRPr sz="120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Best models achieved R≈0.73–0.85 and RMSE≈3.40–6.09 across clusters; regional driver insights via SHAP; robust/scalable framework</a:t>
                      </a:r>
                      <a:endParaRPr sz="120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2"/>
                  </a:ext>
                </a:extLst>
              </a:tr>
              <a:tr h="1505111">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dirty="0">
                          <a:latin typeface="Times New Roman"/>
                          <a:ea typeface="Times New Roman"/>
                          <a:cs typeface="Times New Roman"/>
                          <a:sym typeface="Times New Roman"/>
                        </a:rPr>
                        <a:t>18.</a:t>
                      </a:r>
                      <a:endParaRPr dirty="0"/>
                    </a:p>
                  </a:txBody>
                  <a:tcPr marL="91450" marR="91450" marT="45725" marB="45725"/>
                </a:tc>
                <a:tc>
                  <a:txBody>
                    <a:bodyPr/>
                    <a:lstStyle/>
                    <a:p>
                      <a:pPr marL="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Advancing Early Wildfire Detection: Integration of Vision Language Models with UAV Remote Sensing for Enhanced Situational Awareness</a:t>
                      </a:r>
                      <a:endParaRPr sz="1200" dirty="0">
                        <a:latin typeface="Times New Roman" panose="02020603050405020304" pitchFamily="18" charset="0"/>
                        <a:ea typeface="Roboto"/>
                        <a:cs typeface="Times New Roman" panose="02020603050405020304" pitchFamily="18" charset="0"/>
                        <a:sym typeface="Roboto"/>
                      </a:endParaRPr>
                    </a:p>
                    <a:p>
                      <a:pPr marL="0" lvl="0" indent="0" algn="l" rtl="0">
                        <a:spcBef>
                          <a:spcPts val="0"/>
                        </a:spcBef>
                        <a:spcAft>
                          <a:spcPts val="0"/>
                        </a:spcAft>
                        <a:buNone/>
                      </a:pPr>
                      <a:endParaRPr sz="1200" dirty="0">
                        <a:latin typeface="Times New Roman" panose="02020603050405020304" pitchFamily="18" charset="0"/>
                        <a:ea typeface="Roboto"/>
                        <a:cs typeface="Times New Roman" panose="02020603050405020304" pitchFamily="18" charset="0"/>
                        <a:sym typeface="Roboto"/>
                      </a:endParaRPr>
                    </a:p>
                    <a:p>
                      <a:pPr marL="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2025</a:t>
                      </a:r>
                      <a:endParaRPr sz="1200" dirty="0">
                        <a:latin typeface="Times New Roman" panose="02020603050405020304" pitchFamily="18" charset="0"/>
                        <a:ea typeface="Roboto"/>
                        <a:cs typeface="Times New Roman" panose="02020603050405020304" pitchFamily="18" charset="0"/>
                        <a:sym typeface="Roboto"/>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Leon Seidel; Simon Gehringer; Tobias Raczok; Sven‑Nicolas Ivens;</a:t>
                      </a:r>
                      <a:endParaRPr sz="120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Enhance early detection and assessment using VLMs on UAV imagery</a:t>
                      </a:r>
                      <a:endParaRPr sz="120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a:latin typeface="Times New Roman" panose="02020603050405020304" pitchFamily="18" charset="0"/>
                          <a:ea typeface="Roboto"/>
                          <a:cs typeface="Times New Roman" panose="02020603050405020304" pitchFamily="18" charset="0"/>
                          <a:sym typeface="Roboto"/>
                        </a:rPr>
                        <a:t>Fine‑tuned open‑weight VLM (Qwen2.5‑VL) to ForestFireVLM‑7B/3B; structured JSON outputs; curated eval set; zero‑shot on FIgLib; edge feasibility tests</a:t>
                      </a:r>
                      <a:endParaRPr sz="120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ForestFireVLM‑7B averaged 76.6% across categories, outperforming Gemini 2.0 Pro (65.5%); smoke accuracy 95.7%; practical UAV integration with latency notes </a:t>
                      </a:r>
                      <a:endParaRPr sz="12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3"/>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a:extLst>
            <a:ext uri="{FF2B5EF4-FFF2-40B4-BE49-F238E27FC236}">
              <a16:creationId xmlns:a16="http://schemas.microsoft.com/office/drawing/2014/main" id="{A3D3E403-310A-4246-907C-41A88DE6E39E}"/>
            </a:ext>
          </a:extLst>
        </p:cNvPr>
        <p:cNvGrpSpPr/>
        <p:nvPr/>
      </p:nvGrpSpPr>
      <p:grpSpPr>
        <a:xfrm>
          <a:off x="0" y="0"/>
          <a:ext cx="0" cy="0"/>
          <a:chOff x="0" y="0"/>
          <a:chExt cx="0" cy="0"/>
        </a:xfrm>
      </p:grpSpPr>
      <p:sp>
        <p:nvSpPr>
          <p:cNvPr id="278" name="Google Shape;278;p29">
            <a:extLst>
              <a:ext uri="{FF2B5EF4-FFF2-40B4-BE49-F238E27FC236}">
                <a16:creationId xmlns:a16="http://schemas.microsoft.com/office/drawing/2014/main" id="{421A867A-BAF7-612A-7250-81A27D9D53A9}"/>
              </a:ext>
            </a:extLst>
          </p:cNvPr>
          <p:cNvSpPr txBox="1">
            <a:spLocks noGrp="1"/>
          </p:cNvSpPr>
          <p:nvPr>
            <p:ph type="title"/>
          </p:nvPr>
        </p:nvSpPr>
        <p:spPr>
          <a:xfrm>
            <a:off x="768283" y="472930"/>
            <a:ext cx="7704600" cy="5913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2800"/>
              <a:buFont typeface="Corbel"/>
              <a:buNone/>
            </a:pPr>
            <a:r>
              <a:rPr lang="en-US" sz="2800" b="1" dirty="0">
                <a:latin typeface="Times New Roman" panose="02020603050405020304" pitchFamily="18" charset="0"/>
                <a:cs typeface="Times New Roman" panose="02020603050405020304" pitchFamily="18" charset="0"/>
              </a:rPr>
              <a:t>Literature</a:t>
            </a:r>
            <a:r>
              <a:rPr lang="en-US" sz="2400" b="1"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Survey</a:t>
            </a:r>
            <a:endParaRPr sz="2400" dirty="0">
              <a:latin typeface="Times New Roman" panose="02020603050405020304" pitchFamily="18" charset="0"/>
              <a:cs typeface="Times New Roman" panose="02020603050405020304" pitchFamily="18" charset="0"/>
            </a:endParaRPr>
          </a:p>
        </p:txBody>
      </p:sp>
      <p:pic>
        <p:nvPicPr>
          <p:cNvPr id="281" name="Google Shape;281;p29">
            <a:extLst>
              <a:ext uri="{FF2B5EF4-FFF2-40B4-BE49-F238E27FC236}">
                <a16:creationId xmlns:a16="http://schemas.microsoft.com/office/drawing/2014/main" id="{5AA2332D-E23E-1AB9-A275-2E9831017BB3}"/>
              </a:ext>
            </a:extLst>
          </p:cNvPr>
          <p:cNvPicPr preferRelativeResize="0"/>
          <p:nvPr/>
        </p:nvPicPr>
        <p:blipFill rotWithShape="1">
          <a:blip r:embed="rId3">
            <a:alphaModFix/>
          </a:blip>
          <a:srcRect/>
          <a:stretch/>
        </p:blipFill>
        <p:spPr>
          <a:xfrm>
            <a:off x="7925708" y="411247"/>
            <a:ext cx="851975" cy="622300"/>
          </a:xfrm>
          <a:prstGeom prst="rect">
            <a:avLst/>
          </a:prstGeom>
          <a:noFill/>
          <a:ln>
            <a:noFill/>
          </a:ln>
        </p:spPr>
      </p:pic>
      <p:sp>
        <p:nvSpPr>
          <p:cNvPr id="283" name="Google Shape;283;p29">
            <a:extLst>
              <a:ext uri="{FF2B5EF4-FFF2-40B4-BE49-F238E27FC236}">
                <a16:creationId xmlns:a16="http://schemas.microsoft.com/office/drawing/2014/main" id="{BF223960-EF99-35D7-D14C-DBBDE636B24C}"/>
              </a:ext>
            </a:extLst>
          </p:cNvPr>
          <p:cNvSpPr txBox="1"/>
          <p:nvPr/>
        </p:nvSpPr>
        <p:spPr>
          <a:xfrm>
            <a:off x="1473790" y="1933907"/>
            <a:ext cx="6196500" cy="3603900"/>
          </a:xfrm>
          <a:prstGeom prst="rect">
            <a:avLst/>
          </a:prstGeom>
          <a:noFill/>
          <a:ln>
            <a:noFill/>
          </a:ln>
        </p:spPr>
        <p:txBody>
          <a:bodyPr spcFirstLastPara="1" wrap="square" lIns="91425" tIns="45700" rIns="91425" bIns="45700" anchor="t" anchorCtr="0">
            <a:normAutofit/>
          </a:bodyPr>
          <a:lstStyle/>
          <a:p>
            <a:pPr marL="0" marR="0" lvl="0" indent="0" algn="l" rtl="0">
              <a:lnSpc>
                <a:spcPct val="115000"/>
              </a:lnSpc>
              <a:spcBef>
                <a:spcPts val="0"/>
              </a:spcBef>
              <a:spcAft>
                <a:spcPts val="0"/>
              </a:spcAft>
              <a:buClr>
                <a:srgbClr val="1186C3"/>
              </a:buClr>
              <a:buSzPts val="232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1000"/>
              </a:spcBef>
              <a:spcAft>
                <a:spcPts val="0"/>
              </a:spcAft>
              <a:buClr>
                <a:srgbClr val="1186C3"/>
              </a:buClr>
              <a:buSzPts val="2320"/>
              <a:buFont typeface="Arial"/>
              <a:buNone/>
            </a:pPr>
            <a:endParaRPr sz="1600" b="0" i="0" u="none" strike="noStrike" cap="none">
              <a:solidFill>
                <a:schemeClr val="dk1"/>
              </a:solidFill>
              <a:latin typeface="Times New Roman"/>
              <a:ea typeface="Times New Roman"/>
              <a:cs typeface="Times New Roman"/>
              <a:sym typeface="Times New Roman"/>
            </a:endParaRPr>
          </a:p>
        </p:txBody>
      </p:sp>
      <p:sp>
        <p:nvSpPr>
          <p:cNvPr id="285" name="Google Shape;285;p29">
            <a:extLst>
              <a:ext uri="{FF2B5EF4-FFF2-40B4-BE49-F238E27FC236}">
                <a16:creationId xmlns:a16="http://schemas.microsoft.com/office/drawing/2014/main" id="{6CA72979-01A8-7142-2637-B8400F88F7F0}"/>
              </a:ext>
            </a:extLst>
          </p:cNvPr>
          <p:cNvSpPr txBox="1"/>
          <p:nvPr/>
        </p:nvSpPr>
        <p:spPr>
          <a:xfrm>
            <a:off x="1600790" y="2060907"/>
            <a:ext cx="6196500" cy="3603900"/>
          </a:xfrm>
          <a:prstGeom prst="rect">
            <a:avLst/>
          </a:prstGeom>
          <a:noFill/>
          <a:ln>
            <a:noFill/>
          </a:ln>
        </p:spPr>
        <p:txBody>
          <a:bodyPr spcFirstLastPara="1" wrap="square" lIns="91425" tIns="45700" rIns="91425" bIns="45700" anchor="t" anchorCtr="0">
            <a:normAutofit/>
          </a:bodyPr>
          <a:lstStyle/>
          <a:p>
            <a:pPr marL="0" marR="0" lvl="0" indent="0" algn="l" rtl="0">
              <a:lnSpc>
                <a:spcPct val="115000"/>
              </a:lnSpc>
              <a:spcBef>
                <a:spcPts val="0"/>
              </a:spcBef>
              <a:spcAft>
                <a:spcPts val="0"/>
              </a:spcAft>
              <a:buClr>
                <a:srgbClr val="1186C3"/>
              </a:buClr>
              <a:buSzPts val="232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1000"/>
              </a:spcBef>
              <a:spcAft>
                <a:spcPts val="0"/>
              </a:spcAft>
              <a:buClr>
                <a:srgbClr val="1186C3"/>
              </a:buClr>
              <a:buSzPts val="2320"/>
              <a:buFont typeface="Arial"/>
              <a:buNone/>
            </a:pPr>
            <a:endParaRPr sz="1600" b="0" i="0" u="none" strike="noStrike" cap="none">
              <a:solidFill>
                <a:schemeClr val="dk1"/>
              </a:solidFill>
              <a:latin typeface="Times New Roman"/>
              <a:ea typeface="Times New Roman"/>
              <a:cs typeface="Times New Roman"/>
              <a:sym typeface="Times New Roman"/>
            </a:endParaRPr>
          </a:p>
        </p:txBody>
      </p:sp>
      <p:graphicFrame>
        <p:nvGraphicFramePr>
          <p:cNvPr id="287" name="Google Shape;287;p29">
            <a:extLst>
              <a:ext uri="{FF2B5EF4-FFF2-40B4-BE49-F238E27FC236}">
                <a16:creationId xmlns:a16="http://schemas.microsoft.com/office/drawing/2014/main" id="{F8BE5EA5-94C4-FA8F-A29C-49510BD4F572}"/>
              </a:ext>
            </a:extLst>
          </p:cNvPr>
          <p:cNvGraphicFramePr/>
          <p:nvPr>
            <p:extLst>
              <p:ext uri="{D42A27DB-BD31-4B8C-83A1-F6EECF244321}">
                <p14:modId xmlns:p14="http://schemas.microsoft.com/office/powerpoint/2010/main" val="1693087984"/>
              </p:ext>
            </p:extLst>
          </p:nvPr>
        </p:nvGraphicFramePr>
        <p:xfrm>
          <a:off x="137352" y="1287458"/>
          <a:ext cx="8804208" cy="4581814"/>
        </p:xfrm>
        <a:graphic>
          <a:graphicData uri="http://schemas.openxmlformats.org/drawingml/2006/table">
            <a:tbl>
              <a:tblPr firstRow="1" bandRow="1">
                <a:noFill/>
                <a:tableStyleId>{6A04F7A0-8408-4207-9BE1-253A53803FA9}</a:tableStyleId>
              </a:tblPr>
              <a:tblGrid>
                <a:gridCol w="649625">
                  <a:extLst>
                    <a:ext uri="{9D8B030D-6E8A-4147-A177-3AD203B41FA5}">
                      <a16:colId xmlns:a16="http://schemas.microsoft.com/office/drawing/2014/main" val="20000"/>
                    </a:ext>
                  </a:extLst>
                </a:gridCol>
                <a:gridCol w="1573633">
                  <a:extLst>
                    <a:ext uri="{9D8B030D-6E8A-4147-A177-3AD203B41FA5}">
                      <a16:colId xmlns:a16="http://schemas.microsoft.com/office/drawing/2014/main" val="20001"/>
                    </a:ext>
                  </a:extLst>
                </a:gridCol>
                <a:gridCol w="1573633">
                  <a:extLst>
                    <a:ext uri="{9D8B030D-6E8A-4147-A177-3AD203B41FA5}">
                      <a16:colId xmlns:a16="http://schemas.microsoft.com/office/drawing/2014/main" val="20002"/>
                    </a:ext>
                  </a:extLst>
                </a:gridCol>
                <a:gridCol w="1450452">
                  <a:extLst>
                    <a:ext uri="{9D8B030D-6E8A-4147-A177-3AD203B41FA5}">
                      <a16:colId xmlns:a16="http://schemas.microsoft.com/office/drawing/2014/main" val="20003"/>
                    </a:ext>
                  </a:extLst>
                </a:gridCol>
                <a:gridCol w="1821710">
                  <a:extLst>
                    <a:ext uri="{9D8B030D-6E8A-4147-A177-3AD203B41FA5}">
                      <a16:colId xmlns:a16="http://schemas.microsoft.com/office/drawing/2014/main" val="20004"/>
                    </a:ext>
                  </a:extLst>
                </a:gridCol>
                <a:gridCol w="1735155">
                  <a:extLst>
                    <a:ext uri="{9D8B030D-6E8A-4147-A177-3AD203B41FA5}">
                      <a16:colId xmlns:a16="http://schemas.microsoft.com/office/drawing/2014/main" val="20005"/>
                    </a:ext>
                  </a:extLst>
                </a:gridCol>
              </a:tblGrid>
              <a:tr h="924194">
                <a:tc>
                  <a:txBody>
                    <a:bodyPr/>
                    <a:lstStyle/>
                    <a:p>
                      <a:pPr marL="0" marR="0" lvl="0" indent="0" algn="l" rtl="0">
                        <a:spcBef>
                          <a:spcPts val="0"/>
                        </a:spcBef>
                        <a:spcAft>
                          <a:spcPts val="0"/>
                        </a:spcAft>
                        <a:buClr>
                          <a:schemeClr val="dk1"/>
                        </a:buClr>
                        <a:buSzPts val="1600"/>
                        <a:buFont typeface="Times New Roman"/>
                        <a:buNone/>
                      </a:pPr>
                      <a:r>
                        <a:rPr lang="en-US" sz="1400" u="none" strike="noStrike" cap="none" dirty="0" err="1">
                          <a:latin typeface="Times New Roman"/>
                          <a:ea typeface="Times New Roman"/>
                          <a:cs typeface="Times New Roman"/>
                          <a:sym typeface="Times New Roman"/>
                        </a:rPr>
                        <a:t>SI.No</a:t>
                      </a:r>
                      <a:endParaRPr sz="1400" dirty="0"/>
                    </a:p>
                  </a:txBody>
                  <a:tcPr marL="91450" marR="91450" marT="45725" marB="45725"/>
                </a:tc>
                <a:tc>
                  <a:txBody>
                    <a:bodyPr/>
                    <a:lstStyle/>
                    <a:p>
                      <a:pPr marL="0" marR="0" lvl="0" indent="0" algn="l" rtl="0">
                        <a:spcBef>
                          <a:spcPts val="0"/>
                        </a:spcBef>
                        <a:spcAft>
                          <a:spcPts val="0"/>
                        </a:spcAft>
                        <a:buClr>
                          <a:schemeClr val="dk1"/>
                        </a:buClr>
                        <a:buSzPts val="1600"/>
                        <a:buFont typeface="Times New Roman"/>
                        <a:buNone/>
                      </a:pPr>
                      <a:r>
                        <a:rPr lang="en-US" sz="1400" u="none" strike="noStrike" cap="none" dirty="0">
                          <a:latin typeface="Times New Roman"/>
                          <a:ea typeface="Times New Roman"/>
                          <a:cs typeface="Times New Roman"/>
                          <a:sym typeface="Times New Roman"/>
                        </a:rPr>
                        <a:t>Title</a:t>
                      </a:r>
                      <a:r>
                        <a:rPr lang="en-US" sz="1400" dirty="0">
                          <a:latin typeface="Times New Roman"/>
                          <a:ea typeface="Times New Roman"/>
                          <a:cs typeface="Times New Roman"/>
                          <a:sym typeface="Times New Roman"/>
                        </a:rPr>
                        <a:t> of the Paper &amp; Publication year</a:t>
                      </a:r>
                      <a:endParaRPr sz="1400" dirty="0"/>
                    </a:p>
                  </a:txBody>
                  <a:tcPr marL="91450" marR="91450" marT="45725" marB="45725"/>
                </a:tc>
                <a:tc>
                  <a:txBody>
                    <a:bodyPr/>
                    <a:lstStyle/>
                    <a:p>
                      <a:pPr marL="0" marR="0" lvl="0" indent="0" algn="l" rtl="0">
                        <a:spcBef>
                          <a:spcPts val="0"/>
                        </a:spcBef>
                        <a:spcAft>
                          <a:spcPts val="0"/>
                        </a:spcAft>
                        <a:buNone/>
                      </a:pPr>
                      <a:r>
                        <a:rPr lang="en-US" sz="1400" dirty="0">
                          <a:latin typeface="Times New Roman"/>
                          <a:ea typeface="Times New Roman"/>
                          <a:cs typeface="Times New Roman"/>
                          <a:sym typeface="Times New Roman"/>
                        </a:rPr>
                        <a:t>Authors</a:t>
                      </a:r>
                      <a:endParaRPr sz="14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l" rtl="0">
                        <a:spcBef>
                          <a:spcPts val="0"/>
                        </a:spcBef>
                        <a:spcAft>
                          <a:spcPts val="0"/>
                        </a:spcAft>
                        <a:buClr>
                          <a:schemeClr val="dk1"/>
                        </a:buClr>
                        <a:buSzPts val="1600"/>
                        <a:buFont typeface="Times New Roman"/>
                        <a:buNone/>
                      </a:pPr>
                      <a:r>
                        <a:rPr lang="en-US" sz="1400" u="none" strike="noStrike" cap="none" dirty="0">
                          <a:latin typeface="Times New Roman"/>
                          <a:ea typeface="Times New Roman"/>
                          <a:cs typeface="Times New Roman"/>
                          <a:sym typeface="Times New Roman"/>
                        </a:rPr>
                        <a:t>Problem Addressed</a:t>
                      </a:r>
                      <a:endParaRPr sz="1400" dirty="0"/>
                    </a:p>
                  </a:txBody>
                  <a:tcPr marL="91450" marR="91450" marT="45725" marB="45725"/>
                </a:tc>
                <a:tc>
                  <a:txBody>
                    <a:bodyPr/>
                    <a:lstStyle/>
                    <a:p>
                      <a:pPr marL="0" marR="0" lvl="0" indent="0" algn="l" rtl="0">
                        <a:spcBef>
                          <a:spcPts val="0"/>
                        </a:spcBef>
                        <a:spcAft>
                          <a:spcPts val="0"/>
                        </a:spcAft>
                        <a:buClr>
                          <a:schemeClr val="dk1"/>
                        </a:buClr>
                        <a:buSzPts val="1600"/>
                        <a:buFont typeface="Times New Roman"/>
                        <a:buNone/>
                      </a:pPr>
                      <a:r>
                        <a:rPr lang="en-US" sz="1400" u="none" strike="noStrike" cap="none" dirty="0">
                          <a:latin typeface="Times New Roman"/>
                          <a:ea typeface="Times New Roman"/>
                          <a:cs typeface="Times New Roman"/>
                          <a:sym typeface="Times New Roman"/>
                        </a:rPr>
                        <a:t>Approach / Methods</a:t>
                      </a:r>
                      <a:endParaRPr sz="1400" dirty="0"/>
                    </a:p>
                  </a:txBody>
                  <a:tcPr marL="91450" marR="91450" marT="45725" marB="45725"/>
                </a:tc>
                <a:tc>
                  <a:txBody>
                    <a:bodyPr/>
                    <a:lstStyle/>
                    <a:p>
                      <a:pPr marL="0" marR="0" lvl="0" indent="0" algn="l" rtl="0">
                        <a:spcBef>
                          <a:spcPts val="0"/>
                        </a:spcBef>
                        <a:spcAft>
                          <a:spcPts val="0"/>
                        </a:spcAft>
                        <a:buClr>
                          <a:schemeClr val="dk1"/>
                        </a:buClr>
                        <a:buSzPts val="1600"/>
                        <a:buFont typeface="Times New Roman"/>
                        <a:buNone/>
                      </a:pPr>
                      <a:r>
                        <a:rPr lang="en-US" sz="1400" u="none" strike="noStrike" cap="none" dirty="0">
                          <a:latin typeface="Times New Roman"/>
                          <a:ea typeface="Times New Roman"/>
                          <a:cs typeface="Times New Roman"/>
                          <a:sym typeface="Times New Roman"/>
                        </a:rPr>
                        <a:t>Key results / metrics</a:t>
                      </a:r>
                      <a:endParaRPr sz="1400" dirty="0"/>
                    </a:p>
                  </a:txBody>
                  <a:tcPr marL="91450" marR="91450" marT="45725" marB="45725"/>
                </a:tc>
                <a:extLst>
                  <a:ext uri="{0D108BD9-81ED-4DB2-BD59-A6C34878D82A}">
                    <a16:rowId xmlns:a16="http://schemas.microsoft.com/office/drawing/2014/main" val="10000"/>
                  </a:ext>
                </a:extLst>
              </a:tr>
              <a:tr h="1346679">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dirty="0">
                          <a:latin typeface="Times New Roman"/>
                          <a:ea typeface="Times New Roman"/>
                          <a:cs typeface="Times New Roman"/>
                          <a:sym typeface="Times New Roman"/>
                        </a:rPr>
                        <a:t>19.</a:t>
                      </a:r>
                      <a:endParaRPr dirty="0"/>
                    </a:p>
                  </a:txBody>
                  <a:tcPr marL="91450" marR="91450" marT="45725" marB="45725"/>
                </a:tc>
                <a:tc>
                  <a:txBody>
                    <a:bodyPr/>
                    <a:lstStyle/>
                    <a:p>
                      <a:pPr marL="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Wildfire assessment using machine learning algorithms in different regions</a:t>
                      </a:r>
                      <a:endParaRPr sz="1200" dirty="0">
                        <a:latin typeface="Times New Roman" panose="02020603050405020304" pitchFamily="18" charset="0"/>
                        <a:ea typeface="Roboto"/>
                        <a:cs typeface="Times New Roman" panose="02020603050405020304" pitchFamily="18" charset="0"/>
                        <a:sym typeface="Roboto"/>
                      </a:endParaRPr>
                    </a:p>
                    <a:p>
                      <a:pPr marL="0" lvl="0" indent="0" algn="l" rtl="0">
                        <a:spcBef>
                          <a:spcPts val="0"/>
                        </a:spcBef>
                        <a:spcAft>
                          <a:spcPts val="0"/>
                        </a:spcAft>
                        <a:buNone/>
                      </a:pPr>
                      <a:endParaRPr sz="1200" dirty="0">
                        <a:latin typeface="Times New Roman" panose="02020603050405020304" pitchFamily="18" charset="0"/>
                        <a:ea typeface="Roboto"/>
                        <a:cs typeface="Times New Roman" panose="02020603050405020304" pitchFamily="18" charset="0"/>
                        <a:sym typeface="Roboto"/>
                      </a:endParaRPr>
                    </a:p>
                    <a:p>
                      <a:pPr marL="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2024</a:t>
                      </a:r>
                      <a:endParaRPr sz="1200" dirty="0">
                        <a:latin typeface="Times New Roman" panose="02020603050405020304" pitchFamily="18" charset="0"/>
                        <a:ea typeface="Roboto"/>
                        <a:cs typeface="Times New Roman" panose="02020603050405020304" pitchFamily="18" charset="0"/>
                        <a:sym typeface="Roboto"/>
                      </a:endParaRPr>
                    </a:p>
                  </a:txBody>
                  <a:tcPr marL="91450" marR="91450" marT="45725" marB="45725"/>
                </a:tc>
                <a:tc>
                  <a:txBody>
                    <a:bodyPr/>
                    <a:lstStyle/>
                    <a:p>
                      <a:pPr marL="0" marR="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Sanaz </a:t>
                      </a:r>
                      <a:r>
                        <a:rPr lang="en-US" sz="1200" dirty="0" err="1">
                          <a:latin typeface="Times New Roman" panose="02020603050405020304" pitchFamily="18" charset="0"/>
                          <a:ea typeface="Roboto"/>
                          <a:cs typeface="Times New Roman" panose="02020603050405020304" pitchFamily="18" charset="0"/>
                          <a:sym typeface="Roboto"/>
                        </a:rPr>
                        <a:t>Moghim</a:t>
                      </a:r>
                      <a:r>
                        <a:rPr lang="en-US" sz="1200" dirty="0">
                          <a:latin typeface="Times New Roman" panose="02020603050405020304" pitchFamily="18" charset="0"/>
                          <a:ea typeface="Roboto"/>
                          <a:cs typeface="Times New Roman" panose="02020603050405020304" pitchFamily="18" charset="0"/>
                          <a:sym typeface="Roboto"/>
                        </a:rPr>
                        <a:t>; Majid Mehrabi</a:t>
                      </a:r>
                      <a:endParaRPr sz="12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91450" marR="91450" marT="45725" marB="45725"/>
                </a:tc>
                <a:tc>
                  <a:txBody>
                    <a:bodyPr/>
                    <a:lstStyle/>
                    <a:p>
                      <a:pPr marL="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Build wildfire susceptibility maps in US/Canada regions and compare LR vs RF</a:t>
                      </a:r>
                      <a:endParaRPr sz="12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11 variables (topography, climate, NDVI, LULC, proximity to roads/rivers); MODIS inventory; AUC/accuracy; variable importance</a:t>
                      </a:r>
                      <a:endParaRPr sz="12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RF outperformed LR; key variables included land cover, temperature, wind, elevation, precipitation, NDVI; produced multi‑level susceptibility maps </a:t>
                      </a:r>
                      <a:endParaRPr sz="12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1"/>
                  </a:ext>
                </a:extLst>
              </a:tr>
              <a:tr h="1346679">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dirty="0">
                          <a:latin typeface="Times New Roman"/>
                          <a:cs typeface="Times New Roman"/>
                          <a:sym typeface="Times New Roman"/>
                        </a:rPr>
                        <a:t>20.</a:t>
                      </a:r>
                      <a:endParaRPr dirty="0"/>
                    </a:p>
                  </a:txBody>
                  <a:tcPr marL="91450" marR="91450" marT="45725" marB="45725"/>
                </a:tc>
                <a:tc>
                  <a:txBody>
                    <a:bodyPr/>
                    <a:lstStyle/>
                    <a:p>
                      <a:pPr marL="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Forest Fire Prediction Using Machine Learning Techniques</a:t>
                      </a:r>
                    </a:p>
                    <a:p>
                      <a:pPr marL="0" lvl="0" indent="0" algn="l" rtl="0">
                        <a:spcBef>
                          <a:spcPts val="0"/>
                        </a:spcBef>
                        <a:spcAft>
                          <a:spcPts val="0"/>
                        </a:spcAft>
                        <a:buNone/>
                      </a:pPr>
                      <a:endParaRPr lang="en-US" sz="1200" dirty="0">
                        <a:latin typeface="Times New Roman" panose="02020603050405020304" pitchFamily="18" charset="0"/>
                        <a:ea typeface="Roboto"/>
                        <a:cs typeface="Times New Roman" panose="02020603050405020304" pitchFamily="18" charset="0"/>
                        <a:sym typeface="Roboto"/>
                      </a:endParaRPr>
                    </a:p>
                    <a:p>
                      <a:pPr marL="0" lvl="0" indent="0" algn="l" rtl="0">
                        <a:spcBef>
                          <a:spcPts val="0"/>
                        </a:spcBef>
                        <a:spcAft>
                          <a:spcPts val="0"/>
                        </a:spcAft>
                        <a:buNone/>
                      </a:pPr>
                      <a:r>
                        <a:rPr lang="en-US" sz="1200" dirty="0">
                          <a:latin typeface="Times New Roman" panose="02020603050405020304" pitchFamily="18" charset="0"/>
                          <a:ea typeface="Roboto"/>
                          <a:cs typeface="Times New Roman" panose="02020603050405020304" pitchFamily="18" charset="0"/>
                          <a:sym typeface="Roboto"/>
                        </a:rPr>
                        <a:t>2025</a:t>
                      </a:r>
                      <a:endParaRPr sz="1200" dirty="0">
                        <a:latin typeface="Times New Roman" panose="02020603050405020304" pitchFamily="18" charset="0"/>
                        <a:ea typeface="Roboto"/>
                        <a:cs typeface="Times New Roman" panose="02020603050405020304" pitchFamily="18" charset="0"/>
                        <a:sym typeface="Roboto"/>
                      </a:endParaRPr>
                    </a:p>
                  </a:txBody>
                  <a:tcPr marL="91450" marR="91450" marT="45725" marB="45725"/>
                </a:tc>
                <a:tc>
                  <a:txBody>
                    <a:bodyPr/>
                    <a:lstStyle/>
                    <a:p>
                      <a:pPr marL="0" lvl="0" indent="0" algn="l" rtl="0">
                        <a:spcBef>
                          <a:spcPts val="0"/>
                        </a:spcBef>
                        <a:spcAft>
                          <a:spcPts val="0"/>
                        </a:spcAft>
                        <a:buNone/>
                      </a:pPr>
                      <a:r>
                        <a:rPr lang="en-IN" sz="1200" dirty="0">
                          <a:latin typeface="Times New Roman" panose="02020603050405020304" pitchFamily="18" charset="0"/>
                          <a:cs typeface="Times New Roman" panose="02020603050405020304" pitchFamily="18" charset="0"/>
                        </a:rPr>
                        <a:t>Preeti T, </a:t>
                      </a:r>
                      <a:r>
                        <a:rPr lang="en-IN" sz="1200" dirty="0" err="1">
                          <a:latin typeface="Times New Roman" panose="02020603050405020304" pitchFamily="18" charset="0"/>
                          <a:cs typeface="Times New Roman" panose="02020603050405020304" pitchFamily="18" charset="0"/>
                        </a:rPr>
                        <a:t>Dr.Suvarna</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Kanakaraddi</a:t>
                      </a:r>
                      <a:r>
                        <a:rPr lang="en-IN" sz="1200" dirty="0">
                          <a:latin typeface="Times New Roman" panose="02020603050405020304" pitchFamily="18" charset="0"/>
                          <a:cs typeface="Times New Roman" panose="02020603050405020304" pitchFamily="18" charset="0"/>
                        </a:rPr>
                        <a:t>, Aishwarya </a:t>
                      </a:r>
                      <a:r>
                        <a:rPr lang="en-IN" sz="1200" dirty="0" err="1">
                          <a:latin typeface="Times New Roman" panose="02020603050405020304" pitchFamily="18" charset="0"/>
                          <a:cs typeface="Times New Roman" panose="02020603050405020304" pitchFamily="18" charset="0"/>
                        </a:rPr>
                        <a:t>Beelagi</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Sumalata</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Malagi</a:t>
                      </a:r>
                      <a:r>
                        <a:rPr lang="en-IN" sz="1200" dirty="0">
                          <a:latin typeface="Times New Roman" panose="02020603050405020304" pitchFamily="18" charset="0"/>
                          <a:cs typeface="Times New Roman" panose="02020603050405020304" pitchFamily="18" charset="0"/>
                        </a:rPr>
                        <a:t>, Aishwarya Sudi</a:t>
                      </a:r>
                      <a:endParaRPr sz="12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dirty="0">
                          <a:latin typeface="Times New Roman" panose="02020603050405020304" pitchFamily="18" charset="0"/>
                          <a:cs typeface="Times New Roman" panose="02020603050405020304" pitchFamily="18" charset="0"/>
                        </a:rPr>
                        <a:t>This paper discusses about a comparative study of different models for predicting forest fire such as Decision Tree, Random Forest, Support Vector Machine, Artificial Neural networks (ANN) algorithms.</a:t>
                      </a:r>
                      <a:endParaRPr sz="12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sz="1200" dirty="0">
                          <a:latin typeface="Times New Roman" panose="02020603050405020304" pitchFamily="18" charset="0"/>
                          <a:cs typeface="Times New Roman" panose="02020603050405020304" pitchFamily="18" charset="0"/>
                        </a:rPr>
                        <a:t>Decision Tree, Random Forest, SVM, ANN, Forest Fire Prediction.</a:t>
                      </a:r>
                      <a:endParaRPr sz="1200"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IN" sz="1200" dirty="0">
                          <a:latin typeface="Times New Roman" panose="02020603050405020304" pitchFamily="18" charset="0"/>
                          <a:cs typeface="Times New Roman" panose="02020603050405020304" pitchFamily="18" charset="0"/>
                        </a:rPr>
                        <a:t>The study of calculation of </a:t>
                      </a:r>
                      <a:r>
                        <a:rPr lang="en-IN" sz="1200" dirty="0" err="1">
                          <a:latin typeface="Times New Roman" panose="02020603050405020304" pitchFamily="18" charset="0"/>
                          <a:cs typeface="Times New Roman" panose="02020603050405020304" pitchFamily="18" charset="0"/>
                        </a:rPr>
                        <a:t>RandomizedSearchCV</a:t>
                      </a:r>
                      <a:r>
                        <a:rPr lang="en-IN" sz="1200" dirty="0">
                          <a:latin typeface="Times New Roman" panose="02020603050405020304" pitchFamily="18" charset="0"/>
                          <a:cs typeface="Times New Roman" panose="02020603050405020304" pitchFamily="18" charset="0"/>
                        </a:rPr>
                        <a:t> coefficient using Hyperparameter tuning gives best results of Mean absolute error(MAE) 0.03, Mean squared error(MSE) 0.004, Root mean squared error(RMSR) 0.07</a:t>
                      </a:r>
                      <a:endParaRPr sz="1200"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7399262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30"/>
          <p:cNvSpPr txBox="1">
            <a:spLocks noGrp="1"/>
          </p:cNvSpPr>
          <p:nvPr>
            <p:ph type="title"/>
          </p:nvPr>
        </p:nvSpPr>
        <p:spPr>
          <a:xfrm>
            <a:off x="982133" y="384702"/>
            <a:ext cx="7704667" cy="1855159"/>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Corbel"/>
              <a:buNone/>
            </a:pPr>
            <a:r>
              <a:rPr lang="en-US" sz="2800" b="1" dirty="0">
                <a:latin typeface="Times New Roman" panose="02020603050405020304" pitchFamily="18" charset="0"/>
                <a:cs typeface="Times New Roman" panose="02020603050405020304" pitchFamily="18" charset="0"/>
              </a:rPr>
              <a:t>Comparison of the existing methods</a:t>
            </a:r>
            <a:endParaRPr sz="2800" b="1" dirty="0">
              <a:latin typeface="Times New Roman" panose="02020603050405020304" pitchFamily="18" charset="0"/>
              <a:cs typeface="Times New Roman" panose="02020603050405020304" pitchFamily="18" charset="0"/>
            </a:endParaRPr>
          </a:p>
        </p:txBody>
      </p:sp>
      <p:sp>
        <p:nvSpPr>
          <p:cNvPr id="294" name="Google Shape;294;p30"/>
          <p:cNvSpPr txBox="1">
            <a:spLocks noGrp="1"/>
          </p:cNvSpPr>
          <p:nvPr>
            <p:ph type="body" idx="1"/>
          </p:nvPr>
        </p:nvSpPr>
        <p:spPr>
          <a:xfrm>
            <a:off x="982132" y="1747420"/>
            <a:ext cx="7796108" cy="4524275"/>
          </a:xfrm>
          <a:prstGeom prst="rect">
            <a:avLst/>
          </a:prstGeom>
          <a:noFill/>
          <a:ln>
            <a:noFill/>
          </a:ln>
        </p:spPr>
        <p:txBody>
          <a:bodyPr spcFirstLastPara="1" wrap="square" lIns="91425" tIns="45700" rIns="91425" bIns="45700" anchor="ctr" anchorCtr="0">
            <a:spAutoFit/>
          </a:bodyPr>
          <a:lstStyle/>
          <a:p>
            <a:pPr marL="0" lvl="0" indent="-101600">
              <a:spcBef>
                <a:spcPts val="0"/>
              </a:spcBef>
              <a:buClr>
                <a:schemeClr val="dk1"/>
              </a:buClr>
              <a:buSzPts val="1600"/>
              <a:buFont typeface="Times New Roman"/>
              <a:buChar char="•"/>
            </a:pPr>
            <a:r>
              <a:rPr lang="en-US" sz="1600" dirty="0">
                <a:latin typeface="Times New Roman" panose="02020603050405020304" pitchFamily="18" charset="0"/>
                <a:cs typeface="Times New Roman" panose="02020603050405020304" pitchFamily="18" charset="0"/>
              </a:rPr>
              <a:t>Current forest fire management in Uttarakhand mainly relies on </a:t>
            </a:r>
            <a:r>
              <a:rPr lang="en-US" sz="1600" b="1" dirty="0">
                <a:latin typeface="Times New Roman" panose="02020603050405020304" pitchFamily="18" charset="0"/>
                <a:cs typeface="Times New Roman" panose="02020603050405020304" pitchFamily="18" charset="0"/>
              </a:rPr>
              <a:t>reactive approaches</a:t>
            </a:r>
            <a:r>
              <a:rPr lang="en-US" sz="1600" dirty="0">
                <a:latin typeface="Times New Roman" panose="02020603050405020304" pitchFamily="18" charset="0"/>
                <a:cs typeface="Times New Roman" panose="02020603050405020304" pitchFamily="18" charset="0"/>
              </a:rPr>
              <a:t> such as fire detection and suppression after outbreaks.</a:t>
            </a:r>
          </a:p>
          <a:p>
            <a:pPr marL="0" lvl="0" indent="0">
              <a:spcBef>
                <a:spcPts val="0"/>
              </a:spcBef>
              <a:buClr>
                <a:schemeClr val="dk1"/>
              </a:buClr>
              <a:buSzPts val="1600"/>
              <a:buNone/>
            </a:pPr>
            <a:endParaRPr lang="en-US" sz="1600" dirty="0">
              <a:latin typeface="Times New Roman" panose="02020603050405020304" pitchFamily="18" charset="0"/>
              <a:cs typeface="Times New Roman" panose="02020603050405020304" pitchFamily="18" charset="0"/>
            </a:endParaRPr>
          </a:p>
          <a:p>
            <a:pPr marL="0" lvl="0" indent="-101600">
              <a:spcBef>
                <a:spcPts val="0"/>
              </a:spcBef>
              <a:buClr>
                <a:schemeClr val="dk1"/>
              </a:buClr>
              <a:buSzPts val="1600"/>
              <a:buFont typeface="Times New Roman"/>
              <a:buChar char="•"/>
            </a:pPr>
            <a:r>
              <a:rPr lang="en-US" sz="1600" dirty="0">
                <a:latin typeface="Times New Roman" panose="02020603050405020304" pitchFamily="18" charset="0"/>
                <a:cs typeface="Times New Roman" panose="02020603050405020304" pitchFamily="18" charset="0"/>
              </a:rPr>
              <a:t>The </a:t>
            </a:r>
            <a:r>
              <a:rPr lang="en-US" sz="1600" b="1" dirty="0">
                <a:latin typeface="Times New Roman" panose="02020603050405020304" pitchFamily="18" charset="0"/>
                <a:cs typeface="Times New Roman" panose="02020603050405020304" pitchFamily="18" charset="0"/>
              </a:rPr>
              <a:t>Forest Survey of India (FSI) Fire Alert System</a:t>
            </a:r>
            <a:r>
              <a:rPr lang="en-US" sz="1600" dirty="0">
                <a:latin typeface="Times New Roman" panose="02020603050405020304" pitchFamily="18" charset="0"/>
                <a:cs typeface="Times New Roman" panose="02020603050405020304" pitchFamily="18" charset="0"/>
              </a:rPr>
              <a:t> uses satellite data (MODIS and VIIRS) to detect active fires, but it provides alerts </a:t>
            </a:r>
            <a:r>
              <a:rPr lang="en-US" sz="1600" b="1" dirty="0">
                <a:latin typeface="Times New Roman" panose="02020603050405020304" pitchFamily="18" charset="0"/>
                <a:cs typeface="Times New Roman" panose="02020603050405020304" pitchFamily="18" charset="0"/>
              </a:rPr>
              <a:t>only after a fire has started</a:t>
            </a:r>
            <a:r>
              <a:rPr lang="en-US" sz="1600" dirty="0">
                <a:latin typeface="Times New Roman" panose="02020603050405020304" pitchFamily="18" charset="0"/>
                <a:cs typeface="Times New Roman" panose="02020603050405020304" pitchFamily="18" charset="0"/>
              </a:rPr>
              <a:t>.</a:t>
            </a:r>
          </a:p>
          <a:p>
            <a:pPr marL="0" lvl="0" indent="0">
              <a:spcBef>
                <a:spcPts val="0"/>
              </a:spcBef>
              <a:buClr>
                <a:schemeClr val="dk1"/>
              </a:buClr>
              <a:buSzPts val="1600"/>
              <a:buNone/>
            </a:pPr>
            <a:endParaRPr lang="en-US" sz="1600" dirty="0">
              <a:latin typeface="Times New Roman" panose="02020603050405020304" pitchFamily="18" charset="0"/>
              <a:cs typeface="Times New Roman" panose="02020603050405020304" pitchFamily="18" charset="0"/>
            </a:endParaRPr>
          </a:p>
          <a:p>
            <a:pPr marL="0" lvl="0" indent="-101600">
              <a:spcBef>
                <a:spcPts val="0"/>
              </a:spcBef>
              <a:buClr>
                <a:schemeClr val="dk1"/>
              </a:buClr>
              <a:buSzPts val="1600"/>
              <a:buFont typeface="Times New Roman"/>
              <a:buChar char="•"/>
            </a:pPr>
            <a:r>
              <a:rPr lang="en-US" sz="1600" b="1" dirty="0">
                <a:latin typeface="Times New Roman" panose="02020603050405020304" pitchFamily="18" charset="0"/>
                <a:cs typeface="Times New Roman" panose="02020603050405020304" pitchFamily="18" charset="0"/>
              </a:rPr>
              <a:t>Manual patrolling and community reporting</a:t>
            </a:r>
            <a:r>
              <a:rPr lang="en-US" sz="1600" dirty="0">
                <a:latin typeface="Times New Roman" panose="02020603050405020304" pitchFamily="18" charset="0"/>
                <a:cs typeface="Times New Roman" panose="02020603050405020304" pitchFamily="18" charset="0"/>
              </a:rPr>
              <a:t> are also used, but these methods are </a:t>
            </a:r>
            <a:r>
              <a:rPr lang="en-US" sz="1600" b="1" dirty="0">
                <a:latin typeface="Times New Roman" panose="02020603050405020304" pitchFamily="18" charset="0"/>
                <a:cs typeface="Times New Roman" panose="02020603050405020304" pitchFamily="18" charset="0"/>
              </a:rPr>
              <a:t>delayed, inconsistent, and resource-intensive</a:t>
            </a:r>
            <a:r>
              <a:rPr lang="en-US" sz="1600" dirty="0">
                <a:latin typeface="Times New Roman" panose="02020603050405020304" pitchFamily="18" charset="0"/>
                <a:cs typeface="Times New Roman" panose="02020603050405020304" pitchFamily="18" charset="0"/>
              </a:rPr>
              <a:t>, especially in mountainous terrain.</a:t>
            </a:r>
          </a:p>
          <a:p>
            <a:pPr marL="0" lvl="0" indent="0">
              <a:spcBef>
                <a:spcPts val="0"/>
              </a:spcBef>
              <a:buClr>
                <a:schemeClr val="dk1"/>
              </a:buClr>
              <a:buSzPts val="1600"/>
              <a:buNone/>
            </a:pPr>
            <a:endParaRPr lang="en-US" sz="1600" dirty="0">
              <a:latin typeface="Times New Roman" panose="02020603050405020304" pitchFamily="18" charset="0"/>
              <a:cs typeface="Times New Roman" panose="02020603050405020304" pitchFamily="18" charset="0"/>
            </a:endParaRPr>
          </a:p>
          <a:p>
            <a:pPr marL="0" lvl="0" indent="-101600">
              <a:spcBef>
                <a:spcPts val="0"/>
              </a:spcBef>
              <a:buClr>
                <a:schemeClr val="dk1"/>
              </a:buClr>
              <a:buSzPts val="1600"/>
              <a:buFont typeface="Times New Roman"/>
              <a:buChar char="•"/>
            </a:pPr>
            <a:r>
              <a:rPr lang="en-US" sz="1600" dirty="0">
                <a:latin typeface="Times New Roman" panose="02020603050405020304" pitchFamily="18" charset="0"/>
                <a:cs typeface="Times New Roman" panose="02020603050405020304" pitchFamily="18" charset="0"/>
              </a:rPr>
              <a:t>These existing methods lack </a:t>
            </a:r>
            <a:r>
              <a:rPr lang="en-US" sz="1600" b="1" dirty="0">
                <a:latin typeface="Times New Roman" panose="02020603050405020304" pitchFamily="18" charset="0"/>
                <a:cs typeface="Times New Roman" panose="02020603050405020304" pitchFamily="18" charset="0"/>
              </a:rPr>
              <a:t>predictive capabilities</a:t>
            </a: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district-level granularity</a:t>
            </a:r>
            <a:r>
              <a:rPr lang="en-US" sz="1600" dirty="0">
                <a:latin typeface="Times New Roman" panose="02020603050405020304" pitchFamily="18" charset="0"/>
                <a:cs typeface="Times New Roman" panose="02020603050405020304" pitchFamily="18" charset="0"/>
              </a:rPr>
              <a:t>, and </a:t>
            </a:r>
            <a:r>
              <a:rPr lang="en-US" sz="1600" b="1" dirty="0">
                <a:latin typeface="Times New Roman" panose="02020603050405020304" pitchFamily="18" charset="0"/>
                <a:cs typeface="Times New Roman" panose="02020603050405020304" pitchFamily="18" charset="0"/>
              </a:rPr>
              <a:t>short-term forecasting</a:t>
            </a:r>
            <a:r>
              <a:rPr lang="en-US" sz="1600" dirty="0">
                <a:latin typeface="Times New Roman" panose="02020603050405020304" pitchFamily="18" charset="0"/>
                <a:cs typeface="Times New Roman" panose="02020603050405020304" pitchFamily="18" charset="0"/>
              </a:rPr>
              <a:t>, making proactive fire prevention difficult.</a:t>
            </a:r>
          </a:p>
          <a:p>
            <a:pPr marL="0" lvl="0" indent="0">
              <a:spcBef>
                <a:spcPts val="0"/>
              </a:spcBef>
              <a:buClr>
                <a:schemeClr val="dk1"/>
              </a:buClr>
              <a:buSzPts val="1600"/>
              <a:buNone/>
            </a:pPr>
            <a:endParaRPr lang="en-US" sz="1600" dirty="0">
              <a:latin typeface="Times New Roman" panose="02020603050405020304" pitchFamily="18" charset="0"/>
              <a:cs typeface="Times New Roman" panose="02020603050405020304" pitchFamily="18" charset="0"/>
            </a:endParaRPr>
          </a:p>
          <a:p>
            <a:pPr marL="0" lvl="0" indent="-101600">
              <a:spcBef>
                <a:spcPts val="0"/>
              </a:spcBef>
              <a:buClr>
                <a:schemeClr val="dk1"/>
              </a:buClr>
              <a:buSzPts val="1600"/>
              <a:buFont typeface="Times New Roman"/>
              <a:buChar char="•"/>
            </a:pPr>
            <a:r>
              <a:rPr lang="en-US" sz="1600" dirty="0">
                <a:latin typeface="Times New Roman" panose="02020603050405020304" pitchFamily="18" charset="0"/>
                <a:cs typeface="Times New Roman" panose="02020603050405020304" pitchFamily="18" charset="0"/>
              </a:rPr>
              <a:t>In contrast, the proposed </a:t>
            </a:r>
            <a:r>
              <a:rPr lang="en-US" sz="1600" b="1" dirty="0">
                <a:latin typeface="Times New Roman" panose="02020603050405020304" pitchFamily="18" charset="0"/>
                <a:cs typeface="Times New Roman" panose="02020603050405020304" pitchFamily="18" charset="0"/>
              </a:rPr>
              <a:t>machine learning-based prediction system</a:t>
            </a:r>
            <a:r>
              <a:rPr lang="en-US" sz="1600" dirty="0">
                <a:latin typeface="Times New Roman" panose="02020603050405020304" pitchFamily="18" charset="0"/>
                <a:cs typeface="Times New Roman" panose="02020603050405020304" pitchFamily="18" charset="0"/>
              </a:rPr>
              <a:t> focuses on </a:t>
            </a:r>
            <a:r>
              <a:rPr lang="en-US" sz="1600" b="1" dirty="0">
                <a:latin typeface="Times New Roman" panose="02020603050405020304" pitchFamily="18" charset="0"/>
                <a:cs typeface="Times New Roman" panose="02020603050405020304" pitchFamily="18" charset="0"/>
              </a:rPr>
              <a:t>forecasting fire risk up to 7 days in advance</a:t>
            </a:r>
            <a:r>
              <a:rPr lang="en-US" sz="1600" dirty="0">
                <a:latin typeface="Times New Roman" panose="02020603050405020304" pitchFamily="18" charset="0"/>
                <a:cs typeface="Times New Roman" panose="02020603050405020304" pitchFamily="18" charset="0"/>
              </a:rPr>
              <a:t>, enabling early intervention and better preparedness.</a:t>
            </a:r>
          </a:p>
          <a:p>
            <a:pPr marL="0" lvl="0" indent="0">
              <a:spcBef>
                <a:spcPts val="0"/>
              </a:spcBef>
              <a:buClr>
                <a:schemeClr val="dk1"/>
              </a:buClr>
              <a:buSzPts val="1600"/>
              <a:buNone/>
            </a:pPr>
            <a:endParaRPr lang="en-US" sz="1600" dirty="0">
              <a:latin typeface="Times New Roman" panose="02020603050405020304" pitchFamily="18" charset="0"/>
              <a:cs typeface="Times New Roman" panose="02020603050405020304" pitchFamily="18" charset="0"/>
            </a:endParaRPr>
          </a:p>
          <a:p>
            <a:pPr marL="0" lvl="0" indent="-101600">
              <a:spcBef>
                <a:spcPts val="0"/>
              </a:spcBef>
              <a:buClr>
                <a:schemeClr val="dk1"/>
              </a:buClr>
              <a:buSzPts val="1600"/>
              <a:buFont typeface="Times New Roman"/>
              <a:buChar char="•"/>
            </a:pPr>
            <a:r>
              <a:rPr lang="en-US" sz="1600" dirty="0">
                <a:latin typeface="Times New Roman" panose="02020603050405020304" pitchFamily="18" charset="0"/>
                <a:cs typeface="Times New Roman" panose="02020603050405020304" pitchFamily="18" charset="0"/>
              </a:rPr>
              <a:t>By integrating </a:t>
            </a:r>
            <a:r>
              <a:rPr lang="en-US" sz="1600" b="1" dirty="0">
                <a:latin typeface="Times New Roman" panose="02020603050405020304" pitchFamily="18" charset="0"/>
                <a:cs typeface="Times New Roman" panose="02020603050405020304" pitchFamily="18" charset="0"/>
              </a:rPr>
              <a:t>climate, vegetation, topography, and historical fire data</a:t>
            </a:r>
            <a:r>
              <a:rPr lang="en-US" sz="1600" dirty="0">
                <a:latin typeface="Times New Roman" panose="02020603050405020304" pitchFamily="18" charset="0"/>
                <a:cs typeface="Times New Roman" panose="02020603050405020304" pitchFamily="18" charset="0"/>
              </a:rPr>
              <a:t>, the system offers </a:t>
            </a:r>
            <a:r>
              <a:rPr lang="en-US" sz="1600" b="1" dirty="0">
                <a:latin typeface="Times New Roman" panose="02020603050405020304" pitchFamily="18" charset="0"/>
                <a:cs typeface="Times New Roman" panose="02020603050405020304" pitchFamily="18" charset="0"/>
              </a:rPr>
              <a:t>more accurate, localized, and actionable insights</a:t>
            </a:r>
            <a:r>
              <a:rPr lang="en-US" sz="1600" dirty="0">
                <a:latin typeface="Times New Roman" panose="02020603050405020304" pitchFamily="18" charset="0"/>
                <a:cs typeface="Times New Roman" panose="02020603050405020304" pitchFamily="18" charset="0"/>
              </a:rPr>
              <a:t> compared to current methods.</a:t>
            </a:r>
            <a:endParaRPr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31"/>
          <p:cNvSpPr txBox="1">
            <a:spLocks noGrp="1"/>
          </p:cNvSpPr>
          <p:nvPr>
            <p:ph type="title"/>
          </p:nvPr>
        </p:nvSpPr>
        <p:spPr>
          <a:xfrm>
            <a:off x="982345" y="457200"/>
            <a:ext cx="7704455" cy="7493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onstantia"/>
              <a:buNone/>
            </a:pPr>
            <a:r>
              <a:rPr lang="en-US" sz="2800" b="1" dirty="0">
                <a:latin typeface="Times New Roman" panose="02020603050405020304" pitchFamily="18" charset="0"/>
                <a:cs typeface="Times New Roman" panose="02020603050405020304" pitchFamily="18" charset="0"/>
              </a:rPr>
              <a:t>References</a:t>
            </a:r>
            <a:endParaRPr sz="2400" b="1" dirty="0">
              <a:latin typeface="Times New Roman" panose="02020603050405020304" pitchFamily="18" charset="0"/>
              <a:cs typeface="Times New Roman" panose="02020603050405020304" pitchFamily="18" charset="0"/>
            </a:endParaRPr>
          </a:p>
        </p:txBody>
      </p:sp>
      <p:sp>
        <p:nvSpPr>
          <p:cNvPr id="304" name="Google Shape;304;p31"/>
          <p:cNvSpPr txBox="1">
            <a:spLocks noGrp="1"/>
          </p:cNvSpPr>
          <p:nvPr>
            <p:ph type="body" idx="1"/>
          </p:nvPr>
        </p:nvSpPr>
        <p:spPr>
          <a:xfrm>
            <a:off x="855676" y="1327575"/>
            <a:ext cx="7583473" cy="4963160"/>
          </a:xfrm>
          <a:prstGeom prst="rect">
            <a:avLst/>
          </a:prstGeom>
          <a:noFill/>
          <a:ln>
            <a:noFill/>
          </a:ln>
        </p:spPr>
        <p:txBody>
          <a:bodyPr spcFirstLastPara="1" wrap="square" lIns="91425" tIns="45700" rIns="91425" bIns="45700" anchor="t" anchorCtr="0">
            <a:normAutofit/>
          </a:bodyPr>
          <a:lstStyle/>
          <a:p>
            <a:pPr marL="0" lvl="0" indent="0" algn="l" rtl="0">
              <a:spcBef>
                <a:spcPts val="880"/>
              </a:spcBef>
              <a:spcAft>
                <a:spcPts val="0"/>
              </a:spcAft>
              <a:buSzPts val="2030"/>
              <a:buNone/>
            </a:pPr>
            <a:endParaRPr sz="1400" dirty="0">
              <a:latin typeface="Times New Roman"/>
              <a:ea typeface="Times New Roman"/>
              <a:cs typeface="Times New Roman"/>
              <a:sym typeface="Times New Roman"/>
            </a:endParaRPr>
          </a:p>
          <a:p>
            <a:pPr marL="62865" indent="0">
              <a:buNone/>
            </a:pPr>
            <a:r>
              <a:rPr lang="en-IN" sz="1500" dirty="0">
                <a:latin typeface="Times New Roman" panose="02020603050405020304" pitchFamily="18" charset="0"/>
                <a:cs typeface="Times New Roman" panose="02020603050405020304" pitchFamily="18" charset="0"/>
              </a:rPr>
              <a:t>[1] </a:t>
            </a:r>
            <a:r>
              <a:rPr lang="en-IN" sz="1500" dirty="0" err="1">
                <a:latin typeface="Times New Roman" panose="02020603050405020304" pitchFamily="18" charset="0"/>
                <a:cs typeface="Times New Roman" panose="02020603050405020304" pitchFamily="18" charset="0"/>
              </a:rPr>
              <a:t>Junguo</a:t>
            </a:r>
            <a:r>
              <a:rPr lang="en-IN" sz="1500" dirty="0">
                <a:latin typeface="Times New Roman" panose="02020603050405020304" pitchFamily="18" charset="0"/>
                <a:cs typeface="Times New Roman" panose="02020603050405020304" pitchFamily="18" charset="0"/>
              </a:rPr>
              <a:t> Zhang, Wenbin Li, Ning Han, and Jiang Ming Kan. “Forest  fire detection system based on a ZigBee wireless sensor  network.” </a:t>
            </a:r>
            <a:r>
              <a:rPr lang="en-IN" sz="1500" i="1" dirty="0">
                <a:latin typeface="Times New Roman" panose="02020603050405020304" pitchFamily="18" charset="0"/>
                <a:cs typeface="Times New Roman" panose="02020603050405020304" pitchFamily="18" charset="0"/>
              </a:rPr>
              <a:t>Frontiers of Forestry in China</a:t>
            </a:r>
            <a:r>
              <a:rPr lang="en-IN" sz="1500" dirty="0">
                <a:latin typeface="Times New Roman" panose="02020603050405020304" pitchFamily="18" charset="0"/>
                <a:cs typeface="Times New Roman" panose="02020603050405020304" pitchFamily="18" charset="0"/>
              </a:rPr>
              <a:t> 3, no. 3 (2008): 369-374.</a:t>
            </a:r>
          </a:p>
          <a:p>
            <a:pPr marL="62865" indent="0">
              <a:buNone/>
            </a:pPr>
            <a:endParaRPr sz="1500" dirty="0">
              <a:latin typeface="Times New Roman" panose="02020603050405020304" pitchFamily="18" charset="0"/>
              <a:ea typeface="Times New Roman"/>
              <a:cs typeface="Times New Roman" panose="02020603050405020304" pitchFamily="18" charset="0"/>
              <a:sym typeface="Times New Roman"/>
            </a:endParaRPr>
          </a:p>
          <a:p>
            <a:pPr marL="62865" indent="0">
              <a:buNone/>
            </a:pPr>
            <a:r>
              <a:rPr lang="en-US" sz="1400" dirty="0">
                <a:latin typeface="Times New Roman" panose="02020603050405020304" pitchFamily="18" charset="0"/>
                <a:cs typeface="Times New Roman" panose="02020603050405020304" pitchFamily="18" charset="0"/>
              </a:rPr>
              <a:t>[2] Volkan Sevinc, Omer Kucuk, and Merih Goltas. “A Bayesian  network model for prediction and analysis of possible forest fire causes.” </a:t>
            </a:r>
            <a:r>
              <a:rPr lang="en-US" sz="1400" i="1" dirty="0">
                <a:latin typeface="Times New Roman" panose="02020603050405020304" pitchFamily="18" charset="0"/>
                <a:cs typeface="Times New Roman" panose="02020603050405020304" pitchFamily="18" charset="0"/>
              </a:rPr>
              <a:t>Forest Ecology and Management</a:t>
            </a:r>
            <a:r>
              <a:rPr lang="en-US" sz="1400" dirty="0">
                <a:latin typeface="Times New Roman" panose="02020603050405020304" pitchFamily="18" charset="0"/>
                <a:cs typeface="Times New Roman" panose="02020603050405020304" pitchFamily="18" charset="0"/>
              </a:rPr>
              <a:t> 457 (2020): 117723.</a:t>
            </a:r>
          </a:p>
          <a:p>
            <a:pPr marL="62865" indent="0">
              <a:buNone/>
            </a:pPr>
            <a:endParaRPr lang="en-US" sz="1400" dirty="0">
              <a:latin typeface="Times New Roman" panose="02020603050405020304" pitchFamily="18" charset="0"/>
              <a:cs typeface="Times New Roman" panose="02020603050405020304" pitchFamily="18" charset="0"/>
            </a:endParaRPr>
          </a:p>
          <a:p>
            <a:pPr marL="62865" indent="0">
              <a:buNone/>
            </a:pPr>
            <a:r>
              <a:rPr lang="en-IN" dirty="0"/>
              <a:t> </a:t>
            </a:r>
            <a:r>
              <a:rPr lang="en-IN" sz="1400" dirty="0">
                <a:latin typeface="Times New Roman" panose="02020603050405020304" pitchFamily="18" charset="0"/>
                <a:cs typeface="Times New Roman" panose="02020603050405020304" pitchFamily="18" charset="0"/>
              </a:rPr>
              <a:t>[3] Z. Li, Y. Kaufman, C. </a:t>
            </a:r>
            <a:r>
              <a:rPr lang="en-IN" sz="1400" dirty="0" err="1">
                <a:latin typeface="Times New Roman" panose="02020603050405020304" pitchFamily="18" charset="0"/>
                <a:cs typeface="Times New Roman" panose="02020603050405020304" pitchFamily="18" charset="0"/>
              </a:rPr>
              <a:t>Ithoku</a:t>
            </a:r>
            <a:r>
              <a:rPr lang="en-IN" sz="1400" dirty="0">
                <a:latin typeface="Times New Roman" panose="02020603050405020304" pitchFamily="18" charset="0"/>
                <a:cs typeface="Times New Roman" panose="02020603050405020304" pitchFamily="18" charset="0"/>
              </a:rPr>
              <a:t>, R. Fraser, A. </a:t>
            </a:r>
            <a:r>
              <a:rPr lang="en-IN" sz="1400" dirty="0" err="1">
                <a:latin typeface="Times New Roman" panose="02020603050405020304" pitchFamily="18" charset="0"/>
                <a:cs typeface="Times New Roman" panose="02020603050405020304" pitchFamily="18" charset="0"/>
              </a:rPr>
              <a:t>Trishchenko</a:t>
            </a:r>
            <a:r>
              <a:rPr lang="en-IN" sz="1400" dirty="0">
                <a:latin typeface="Times New Roman" panose="02020603050405020304" pitchFamily="18" charset="0"/>
                <a:cs typeface="Times New Roman" panose="02020603050405020304" pitchFamily="18" charset="0"/>
              </a:rPr>
              <a:t>, L. Giglio, J. Jin, and X. Yu, “A review of AVHRR-based active fire detection algorithms: Principles, limitations, and recommendations,” Global and Regional Vegetation Fire Monitoring from Space</a:t>
            </a:r>
          </a:p>
          <a:p>
            <a:pPr marL="62865" indent="0">
              <a:buNone/>
            </a:pPr>
            <a:endParaRPr sz="1400" dirty="0">
              <a:latin typeface="Times New Roman" panose="02020603050405020304" pitchFamily="18" charset="0"/>
              <a:ea typeface="Times New Roman"/>
              <a:cs typeface="Times New Roman" panose="02020603050405020304" pitchFamily="18" charset="0"/>
              <a:sym typeface="Times New Roman"/>
            </a:endParaRPr>
          </a:p>
          <a:p>
            <a:pPr marL="62865" indent="0">
              <a:buNone/>
            </a:pPr>
            <a:r>
              <a:rPr lang="en-IN" sz="1400" dirty="0">
                <a:latin typeface="Times New Roman" panose="02020603050405020304" pitchFamily="18" charset="0"/>
                <a:cs typeface="Times New Roman" panose="02020603050405020304" pitchFamily="18" charset="0"/>
              </a:rPr>
              <a:t>[4] A. </a:t>
            </a:r>
            <a:r>
              <a:rPr lang="en-IN" sz="1400" dirty="0" err="1">
                <a:latin typeface="Times New Roman" panose="02020603050405020304" pitchFamily="18" charset="0"/>
                <a:cs typeface="Times New Roman" panose="02020603050405020304" pitchFamily="18" charset="0"/>
              </a:rPr>
              <a:t>Muzy</a:t>
            </a:r>
            <a:r>
              <a:rPr lang="en-IN" sz="1400" dirty="0">
                <a:latin typeface="Times New Roman" panose="02020603050405020304" pitchFamily="18" charset="0"/>
                <a:cs typeface="Times New Roman" panose="02020603050405020304" pitchFamily="18" charset="0"/>
              </a:rPr>
              <a:t>, T. Marcelli, A. Aiello, P. Santoni, J. Santucci, and J. Balbi, “An object oriented environment applied to a semi-physical model of fire spread across a fuel bed,” in </a:t>
            </a:r>
            <a:r>
              <a:rPr lang="en-IN" sz="1400" dirty="0" err="1">
                <a:latin typeface="Times New Roman" panose="02020603050405020304" pitchFamily="18" charset="0"/>
                <a:cs typeface="Times New Roman" panose="02020603050405020304" pitchFamily="18" charset="0"/>
              </a:rPr>
              <a:t>Actesde</a:t>
            </a:r>
            <a:r>
              <a:rPr lang="en-IN" sz="1400" dirty="0">
                <a:latin typeface="Times New Roman" panose="02020603050405020304" pitchFamily="18" charset="0"/>
                <a:cs typeface="Times New Roman" panose="02020603050405020304" pitchFamily="18" charset="0"/>
              </a:rPr>
              <a:t> la </a:t>
            </a:r>
            <a:r>
              <a:rPr lang="en-IN" sz="1400" dirty="0" err="1">
                <a:latin typeface="Times New Roman" panose="02020603050405020304" pitchFamily="18" charset="0"/>
                <a:cs typeface="Times New Roman" panose="02020603050405020304" pitchFamily="18" charset="0"/>
              </a:rPr>
              <a:t>conf´erence</a:t>
            </a:r>
            <a:r>
              <a:rPr lang="en-IN" sz="1400" dirty="0">
                <a:latin typeface="Times New Roman" panose="02020603050405020304" pitchFamily="18" charset="0"/>
                <a:cs typeface="Times New Roman" panose="02020603050405020304" pitchFamily="18" charset="0"/>
              </a:rPr>
              <a:t> ESS 2001 conference, 2001, pp. 641–643.</a:t>
            </a:r>
            <a:endParaRPr sz="1400" dirty="0">
              <a:latin typeface="Times New Roman" panose="02020603050405020304" pitchFamily="18" charset="0"/>
              <a:ea typeface="Times New Roman"/>
              <a:cs typeface="Times New Roman" panose="02020603050405020304" pitchFamily="18" charset="0"/>
              <a:sym typeface="Times New Roman"/>
            </a:endParaRPr>
          </a:p>
          <a:p>
            <a:pPr marL="0" lvl="0" indent="0" algn="l" rtl="0">
              <a:spcBef>
                <a:spcPts val="900"/>
              </a:spcBef>
              <a:spcAft>
                <a:spcPts val="0"/>
              </a:spcAft>
              <a:buSzPts val="2175"/>
              <a:buNone/>
            </a:pPr>
            <a:endParaRPr sz="1500" dirty="0">
              <a:latin typeface="Times New Roman"/>
              <a:ea typeface="Times New Roman"/>
              <a:cs typeface="Times New Roman"/>
              <a:sym typeface="Times New Roman"/>
            </a:endParaRPr>
          </a:p>
          <a:p>
            <a:pPr marL="0" lvl="0" indent="0" algn="l" rtl="0">
              <a:lnSpc>
                <a:spcPct val="115000"/>
              </a:lnSpc>
              <a:spcBef>
                <a:spcPts val="600"/>
              </a:spcBef>
              <a:spcAft>
                <a:spcPts val="0"/>
              </a:spcAft>
              <a:buSzPts val="2175"/>
              <a:buNone/>
            </a:pPr>
            <a:endParaRPr sz="1500" dirty="0">
              <a:latin typeface="Times New Roman"/>
              <a:ea typeface="Times New Roman"/>
              <a:cs typeface="Times New Roman"/>
              <a:sym typeface="Times New Roman"/>
            </a:endParaRPr>
          </a:p>
          <a:p>
            <a:pPr marL="0" lvl="0" indent="0" algn="l" rtl="0">
              <a:lnSpc>
                <a:spcPct val="115000"/>
              </a:lnSpc>
              <a:spcBef>
                <a:spcPts val="0"/>
              </a:spcBef>
              <a:spcAft>
                <a:spcPts val="0"/>
              </a:spcAft>
              <a:buSzPts val="2175"/>
              <a:buNone/>
            </a:pPr>
            <a:endParaRPr sz="1500" dirty="0">
              <a:latin typeface="Times New Roman"/>
              <a:ea typeface="Times New Roman"/>
              <a:cs typeface="Times New Roman"/>
              <a:sym typeface="Times New Roman"/>
            </a:endParaRPr>
          </a:p>
          <a:p>
            <a:pPr marL="0" lvl="0" indent="0" algn="l" rtl="0">
              <a:lnSpc>
                <a:spcPct val="115000"/>
              </a:lnSpc>
              <a:spcBef>
                <a:spcPts val="0"/>
              </a:spcBef>
              <a:spcAft>
                <a:spcPts val="0"/>
              </a:spcAft>
              <a:buSzPts val="2175"/>
              <a:buNone/>
            </a:pPr>
            <a:endParaRPr sz="1500" dirty="0">
              <a:latin typeface="Times New Roman"/>
              <a:ea typeface="Times New Roman"/>
              <a:cs typeface="Times New Roman"/>
              <a:sym typeface="Times New Roman"/>
            </a:endParaRPr>
          </a:p>
          <a:p>
            <a:pPr marL="0" lvl="0" indent="0" algn="l" rtl="0">
              <a:spcBef>
                <a:spcPts val="300"/>
              </a:spcBef>
              <a:spcAft>
                <a:spcPts val="0"/>
              </a:spcAft>
              <a:buSzPts val="2175"/>
              <a:buNone/>
            </a:pPr>
            <a:endParaRPr sz="1500" dirty="0">
              <a:latin typeface="Times New Roman"/>
              <a:ea typeface="Times New Roman"/>
              <a:cs typeface="Times New Roman"/>
              <a:sym typeface="Times New Roman"/>
            </a:endParaRPr>
          </a:p>
          <a:p>
            <a:pPr marL="0" lvl="0" indent="0" algn="l" rtl="0">
              <a:lnSpc>
                <a:spcPct val="115000"/>
              </a:lnSpc>
              <a:spcBef>
                <a:spcPts val="600"/>
              </a:spcBef>
              <a:spcAft>
                <a:spcPts val="0"/>
              </a:spcAft>
              <a:buSzPts val="2030"/>
              <a:buNone/>
            </a:pPr>
            <a:endParaRPr sz="1400" dirty="0">
              <a:latin typeface="Times New Roman"/>
              <a:ea typeface="Times New Roman"/>
              <a:cs typeface="Times New Roman"/>
              <a:sym typeface="Times New Roman"/>
            </a:endParaRPr>
          </a:p>
        </p:txBody>
      </p:sp>
      <p:sp>
        <p:nvSpPr>
          <p:cNvPr id="305" name="Google Shape;305;p31"/>
          <p:cNvSpPr txBox="1">
            <a:spLocks noGrp="1"/>
          </p:cNvSpPr>
          <p:nvPr>
            <p:ph type="sldNum" idx="12"/>
          </p:nvPr>
        </p:nvSpPr>
        <p:spPr>
          <a:xfrm>
            <a:off x="8258967" y="6108173"/>
            <a:ext cx="4278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00"/>
              <a:buFont typeface="Corbel"/>
              <a:buNone/>
            </a:pPr>
            <a:fld id="{00000000-1234-1234-1234-123412341234}" type="slidenum">
              <a:rPr lang="en-US">
                <a:solidFill>
                  <a:srgbClr val="000000"/>
                </a:solidFill>
              </a:rPr>
              <a:t>14</a:t>
            </a:fld>
            <a:endParaRPr>
              <a:solidFill>
                <a:srgbClr val="000000"/>
              </a:solidFill>
            </a:endParaRPr>
          </a:p>
        </p:txBody>
      </p:sp>
      <p:pic>
        <p:nvPicPr>
          <p:cNvPr id="306" name="Google Shape;306;p31"/>
          <p:cNvPicPr preferRelativeResize="0"/>
          <p:nvPr/>
        </p:nvPicPr>
        <p:blipFill rotWithShape="1">
          <a:blip r:embed="rId3">
            <a:alphaModFix/>
          </a:blip>
          <a:srcRect/>
          <a:stretch/>
        </p:blipFill>
        <p:spPr>
          <a:xfrm>
            <a:off x="7622575" y="476675"/>
            <a:ext cx="851975" cy="6223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32"/>
          <p:cNvSpPr txBox="1">
            <a:spLocks noGrp="1"/>
          </p:cNvSpPr>
          <p:nvPr>
            <p:ph type="title"/>
          </p:nvPr>
        </p:nvSpPr>
        <p:spPr>
          <a:xfrm>
            <a:off x="669450" y="192946"/>
            <a:ext cx="8210297" cy="1073791"/>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2800"/>
              <a:buFont typeface="Corbel"/>
              <a:buNone/>
            </a:pPr>
            <a:r>
              <a:rPr lang="en-US" sz="2800" b="1" dirty="0">
                <a:latin typeface="Times New Roman" panose="02020603050405020304" pitchFamily="18" charset="0"/>
                <a:cs typeface="Times New Roman" panose="02020603050405020304" pitchFamily="18" charset="0"/>
              </a:rPr>
              <a:t>References</a:t>
            </a:r>
            <a:endParaRPr sz="2400" dirty="0">
              <a:latin typeface="Times New Roman" panose="02020603050405020304" pitchFamily="18" charset="0"/>
              <a:cs typeface="Times New Roman" panose="02020603050405020304" pitchFamily="18" charset="0"/>
            </a:endParaRPr>
          </a:p>
        </p:txBody>
      </p:sp>
      <p:sp>
        <p:nvSpPr>
          <p:cNvPr id="312" name="Google Shape;312;p32"/>
          <p:cNvSpPr txBox="1">
            <a:spLocks noGrp="1"/>
          </p:cNvSpPr>
          <p:nvPr>
            <p:ph type="body" idx="1"/>
          </p:nvPr>
        </p:nvSpPr>
        <p:spPr>
          <a:xfrm>
            <a:off x="908049" y="1382705"/>
            <a:ext cx="7853045" cy="4998620"/>
          </a:xfrm>
          <a:prstGeom prst="rect">
            <a:avLst/>
          </a:prstGeom>
          <a:noFill/>
          <a:ln>
            <a:noFill/>
          </a:ln>
        </p:spPr>
        <p:txBody>
          <a:bodyPr spcFirstLastPara="1" wrap="square" lIns="91425" tIns="45700" rIns="91425" bIns="45700" anchor="ctr" anchorCtr="0">
            <a:normAutofit/>
          </a:bodyPr>
          <a:lstStyle/>
          <a:p>
            <a:pPr marL="62865" indent="0">
              <a:buNone/>
            </a:pPr>
            <a:r>
              <a:rPr lang="en-IN" sz="1400" dirty="0">
                <a:latin typeface="Times New Roman" panose="02020603050405020304" pitchFamily="18" charset="0"/>
                <a:cs typeface="Times New Roman" panose="02020603050405020304" pitchFamily="18" charset="0"/>
              </a:rPr>
              <a:t>[5] </a:t>
            </a:r>
            <a:r>
              <a:rPr lang="en-US" sz="1400" dirty="0">
                <a:latin typeface="Times New Roman" panose="02020603050405020304" pitchFamily="18" charset="0"/>
                <a:cs typeface="Times New Roman" panose="02020603050405020304" pitchFamily="18" charset="0"/>
              </a:rPr>
              <a:t>F Sedano and JT Randerson. Multi-scale influence of vapor pressure deficit on fire ignition and </a:t>
            </a:r>
          </a:p>
          <a:p>
            <a:pPr marL="62865" indent="0">
              <a:buNone/>
            </a:pPr>
            <a:r>
              <a:rPr lang="en-US" sz="1400" dirty="0">
                <a:latin typeface="Times New Roman" panose="02020603050405020304" pitchFamily="18" charset="0"/>
                <a:cs typeface="Times New Roman" panose="02020603050405020304" pitchFamily="18" charset="0"/>
              </a:rPr>
              <a:t>spread in boreal forest ecosystems. </a:t>
            </a:r>
            <a:r>
              <a:rPr lang="en-US" sz="1400" i="1" dirty="0" err="1">
                <a:latin typeface="Times New Roman" panose="02020603050405020304" pitchFamily="18" charset="0"/>
                <a:cs typeface="Times New Roman" panose="02020603050405020304" pitchFamily="18" charset="0"/>
              </a:rPr>
              <a:t>Biogeosciences</a:t>
            </a:r>
            <a:r>
              <a:rPr lang="en-US" sz="1400" dirty="0">
                <a:latin typeface="Times New Roman" panose="02020603050405020304" pitchFamily="18" charset="0"/>
                <a:cs typeface="Times New Roman" panose="02020603050405020304" pitchFamily="18" charset="0"/>
              </a:rPr>
              <a:t>, 11(14):3739–3755, 2014.</a:t>
            </a:r>
          </a:p>
          <a:p>
            <a:pPr marL="62865" indent="0">
              <a:buNone/>
            </a:pPr>
            <a:endParaRPr lang="en-US" sz="1400" dirty="0">
              <a:latin typeface="Times New Roman" panose="02020603050405020304" pitchFamily="18" charset="0"/>
              <a:ea typeface="Times New Roman"/>
              <a:cs typeface="Times New Roman" panose="02020603050405020304" pitchFamily="18" charset="0"/>
              <a:sym typeface="Times New Roman"/>
            </a:endParaRPr>
          </a:p>
          <a:p>
            <a:pPr marL="62865" indent="0">
              <a:buNone/>
            </a:pPr>
            <a:r>
              <a:rPr lang="en-US" sz="1400" dirty="0">
                <a:latin typeface="Times New Roman" panose="02020603050405020304" pitchFamily="18" charset="0"/>
                <a:ea typeface="Times New Roman"/>
                <a:cs typeface="Times New Roman" panose="02020603050405020304" pitchFamily="18" charset="0"/>
                <a:sym typeface="Times New Roman"/>
              </a:rPr>
              <a:t>[6] </a:t>
            </a:r>
            <a:r>
              <a:rPr lang="en-US" sz="1400" dirty="0">
                <a:latin typeface="Times New Roman" panose="02020603050405020304" pitchFamily="18" charset="0"/>
                <a:cs typeface="Times New Roman" panose="02020603050405020304" pitchFamily="18" charset="0"/>
              </a:rPr>
              <a:t>John T </a:t>
            </a:r>
            <a:r>
              <a:rPr lang="en-US" sz="1400" dirty="0" err="1">
                <a:latin typeface="Times New Roman" panose="02020603050405020304" pitchFamily="18" charset="0"/>
                <a:cs typeface="Times New Roman" panose="02020603050405020304" pitchFamily="18" charset="0"/>
              </a:rPr>
              <a:t>Abatzoglou</a:t>
            </a:r>
            <a:r>
              <a:rPr lang="en-US" sz="1400" dirty="0">
                <a:latin typeface="Times New Roman" panose="02020603050405020304" pitchFamily="18" charset="0"/>
                <a:cs typeface="Times New Roman" panose="02020603050405020304" pitchFamily="18" charset="0"/>
              </a:rPr>
              <a:t>. Development of gridded surface meteorological data for ecological applications </a:t>
            </a:r>
          </a:p>
          <a:p>
            <a:pPr marL="62865" indent="0">
              <a:buNone/>
            </a:pPr>
            <a:r>
              <a:rPr lang="en-US" sz="1400" dirty="0">
                <a:latin typeface="Times New Roman" panose="02020603050405020304" pitchFamily="18" charset="0"/>
                <a:cs typeface="Times New Roman" panose="02020603050405020304" pitchFamily="18" charset="0"/>
              </a:rPr>
              <a:t>and modelling. </a:t>
            </a:r>
            <a:r>
              <a:rPr lang="en-US" sz="1400" i="1" dirty="0">
                <a:latin typeface="Times New Roman" panose="02020603050405020304" pitchFamily="18" charset="0"/>
                <a:cs typeface="Times New Roman" panose="02020603050405020304" pitchFamily="18" charset="0"/>
              </a:rPr>
              <a:t>International Journal of Climatology</a:t>
            </a:r>
            <a:r>
              <a:rPr lang="en-US" sz="1400" dirty="0">
                <a:latin typeface="Times New Roman" panose="02020603050405020304" pitchFamily="18" charset="0"/>
                <a:cs typeface="Times New Roman" panose="02020603050405020304" pitchFamily="18" charset="0"/>
              </a:rPr>
              <a:t>, 33(1):121–131, 2013.</a:t>
            </a:r>
          </a:p>
          <a:p>
            <a:pPr marL="62865" indent="0">
              <a:buNone/>
            </a:pPr>
            <a:endParaRPr lang="en-US" sz="1400" dirty="0">
              <a:latin typeface="Times New Roman" panose="02020603050405020304" pitchFamily="18" charset="0"/>
              <a:cs typeface="Times New Roman" panose="02020603050405020304" pitchFamily="18" charset="0"/>
            </a:endParaRPr>
          </a:p>
          <a:p>
            <a:pPr marL="62865" indent="0">
              <a:buNone/>
            </a:pPr>
            <a:r>
              <a:rPr lang="en-US" sz="1400" dirty="0">
                <a:latin typeface="Times New Roman" panose="02020603050405020304" pitchFamily="18" charset="0"/>
                <a:ea typeface="Times New Roman"/>
                <a:cs typeface="Times New Roman" panose="02020603050405020304" pitchFamily="18" charset="0"/>
                <a:sym typeface="Times New Roman"/>
              </a:rPr>
              <a:t>[7] </a:t>
            </a:r>
            <a:r>
              <a:rPr lang="en-US" sz="1400" dirty="0" err="1">
                <a:latin typeface="Times New Roman" panose="02020603050405020304" pitchFamily="18" charset="0"/>
                <a:cs typeface="Times New Roman" panose="02020603050405020304" pitchFamily="18" charset="0"/>
              </a:rPr>
              <a:t>Zeineddine</a:t>
            </a:r>
            <a:r>
              <a:rPr lang="en-US" sz="1400" dirty="0">
                <a:latin typeface="Times New Roman" panose="02020603050405020304" pitchFamily="18" charset="0"/>
                <a:cs typeface="Times New Roman" panose="02020603050405020304" pitchFamily="18" charset="0"/>
              </a:rPr>
              <a:t>, H.; Braendle, U.; Farah, A. Enhancing prediction of student success: Automated machine learning approach. </a:t>
            </a:r>
            <a:r>
              <a:rPr lang="en-US" sz="1400" i="1" dirty="0">
                <a:latin typeface="Times New Roman" panose="02020603050405020304" pitchFamily="18" charset="0"/>
                <a:cs typeface="Times New Roman" panose="02020603050405020304" pitchFamily="18" charset="0"/>
              </a:rPr>
              <a:t>Comput. </a:t>
            </a:r>
            <a:r>
              <a:rPr lang="en-US" sz="1400" i="1" dirty="0" err="1">
                <a:latin typeface="Times New Roman" panose="02020603050405020304" pitchFamily="18" charset="0"/>
                <a:cs typeface="Times New Roman" panose="02020603050405020304" pitchFamily="18" charset="0"/>
              </a:rPr>
              <a:t>Electr</a:t>
            </a:r>
            <a:r>
              <a:rPr lang="en-US" sz="1400" i="1" dirty="0">
                <a:latin typeface="Times New Roman" panose="02020603050405020304" pitchFamily="18" charset="0"/>
                <a:cs typeface="Times New Roman" panose="02020603050405020304" pitchFamily="18" charset="0"/>
              </a:rPr>
              <a:t>. Eng. </a:t>
            </a:r>
            <a:r>
              <a:rPr lang="en-US" sz="1400" dirty="0">
                <a:latin typeface="Times New Roman" panose="02020603050405020304" pitchFamily="18" charset="0"/>
                <a:cs typeface="Times New Roman" panose="02020603050405020304" pitchFamily="18" charset="0"/>
              </a:rPr>
              <a:t>2021, </a:t>
            </a:r>
            <a:r>
              <a:rPr lang="en-US" sz="1400" i="1" dirty="0">
                <a:latin typeface="Times New Roman" panose="02020603050405020304" pitchFamily="18" charset="0"/>
                <a:cs typeface="Times New Roman" panose="02020603050405020304" pitchFamily="18" charset="0"/>
              </a:rPr>
              <a:t>89</a:t>
            </a:r>
            <a:r>
              <a:rPr lang="en-US" sz="1400" dirty="0">
                <a:latin typeface="Times New Roman" panose="02020603050405020304" pitchFamily="18" charset="0"/>
                <a:cs typeface="Times New Roman" panose="02020603050405020304" pitchFamily="18" charset="0"/>
              </a:rPr>
              <a:t>, 106903.</a:t>
            </a:r>
          </a:p>
          <a:p>
            <a:pPr marL="62865" indent="0">
              <a:buNone/>
            </a:pPr>
            <a:endParaRPr lang="en-US" sz="1400" dirty="0">
              <a:latin typeface="Times New Roman" panose="02020603050405020304" pitchFamily="18" charset="0"/>
              <a:cs typeface="Times New Roman" panose="02020603050405020304" pitchFamily="18" charset="0"/>
            </a:endParaRPr>
          </a:p>
          <a:p>
            <a:pPr marL="62865" indent="0">
              <a:buNone/>
            </a:pPr>
            <a:r>
              <a:rPr lang="en-US" sz="1400" dirty="0">
                <a:latin typeface="Times New Roman" panose="02020603050405020304" pitchFamily="18" charset="0"/>
                <a:ea typeface="Times New Roman"/>
                <a:cs typeface="Times New Roman" panose="02020603050405020304" pitchFamily="18" charset="0"/>
                <a:sym typeface="Times New Roman"/>
              </a:rPr>
              <a:t>[8] </a:t>
            </a:r>
            <a:r>
              <a:rPr lang="en-US" sz="1400" dirty="0">
                <a:latin typeface="Times New Roman" panose="02020603050405020304" pitchFamily="18" charset="0"/>
                <a:cs typeface="Times New Roman" panose="02020603050405020304" pitchFamily="18" charset="0"/>
              </a:rPr>
              <a:t>Andrews, P.L. Current status and future needs of the </a:t>
            </a:r>
            <a:r>
              <a:rPr lang="en-US" sz="1400" dirty="0" err="1">
                <a:latin typeface="Times New Roman" panose="02020603050405020304" pitchFamily="18" charset="0"/>
                <a:cs typeface="Times New Roman" panose="02020603050405020304" pitchFamily="18" charset="0"/>
              </a:rPr>
              <a:t>BehavePlus</a:t>
            </a:r>
            <a:r>
              <a:rPr lang="en-US" sz="1400" dirty="0">
                <a:latin typeface="Times New Roman" panose="02020603050405020304" pitchFamily="18" charset="0"/>
                <a:cs typeface="Times New Roman" panose="02020603050405020304" pitchFamily="18" charset="0"/>
              </a:rPr>
              <a:t> Fire Modeling System. </a:t>
            </a:r>
            <a:r>
              <a:rPr lang="en-US" sz="1400" i="1" dirty="0">
                <a:latin typeface="Times New Roman" panose="02020603050405020304" pitchFamily="18" charset="0"/>
                <a:cs typeface="Times New Roman" panose="02020603050405020304" pitchFamily="18" charset="0"/>
              </a:rPr>
              <a:t>Int. J. Wildland Fire </a:t>
            </a:r>
            <a:r>
              <a:rPr lang="en-US" sz="1400" dirty="0">
                <a:latin typeface="Times New Roman" panose="02020603050405020304" pitchFamily="18" charset="0"/>
                <a:cs typeface="Times New Roman" panose="02020603050405020304" pitchFamily="18" charset="0"/>
              </a:rPr>
              <a:t>2013, </a:t>
            </a:r>
            <a:r>
              <a:rPr lang="en-US" sz="1400" i="1" dirty="0">
                <a:latin typeface="Times New Roman" panose="02020603050405020304" pitchFamily="18" charset="0"/>
                <a:cs typeface="Times New Roman" panose="02020603050405020304" pitchFamily="18" charset="0"/>
              </a:rPr>
              <a:t>23</a:t>
            </a:r>
            <a:r>
              <a:rPr lang="en-US" sz="1400" dirty="0">
                <a:latin typeface="Times New Roman" panose="02020603050405020304" pitchFamily="18" charset="0"/>
                <a:cs typeface="Times New Roman" panose="02020603050405020304" pitchFamily="18" charset="0"/>
              </a:rPr>
              <a:t>, 21–33.</a:t>
            </a:r>
          </a:p>
          <a:p>
            <a:pPr marL="62865" indent="0">
              <a:buNone/>
            </a:pPr>
            <a:endParaRPr lang="en-US" sz="1400" dirty="0">
              <a:latin typeface="Times New Roman" panose="02020603050405020304" pitchFamily="18" charset="0"/>
              <a:ea typeface="Times New Roman"/>
              <a:cs typeface="Times New Roman" panose="02020603050405020304" pitchFamily="18" charset="0"/>
              <a:sym typeface="Times New Roman"/>
            </a:endParaRPr>
          </a:p>
          <a:p>
            <a:pPr marL="62865" indent="0">
              <a:buNone/>
            </a:pPr>
            <a:r>
              <a:rPr lang="en-US" sz="1400" dirty="0">
                <a:latin typeface="Times New Roman" panose="02020603050405020304" pitchFamily="18" charset="0"/>
                <a:ea typeface="Times New Roman"/>
                <a:cs typeface="Times New Roman" panose="02020603050405020304" pitchFamily="18" charset="0"/>
                <a:sym typeface="Times New Roman"/>
              </a:rPr>
              <a:t>[9]</a:t>
            </a:r>
            <a:r>
              <a:rPr lang="en-US" sz="1400" dirty="0">
                <a:latin typeface="Times New Roman" panose="02020603050405020304" pitchFamily="18" charset="0"/>
                <a:cs typeface="Times New Roman" panose="02020603050405020304" pitchFamily="18" charset="0"/>
              </a:rPr>
              <a:t> Banerjee, P. MODIS-FIRMS and ground-truthing-based wildfire likelihood mapping of Sikkim Himalaya using machine learning algorithms. </a:t>
            </a:r>
            <a:r>
              <a:rPr lang="en-US" sz="1400" i="1" dirty="0">
                <a:latin typeface="Times New Roman" panose="02020603050405020304" pitchFamily="18" charset="0"/>
                <a:cs typeface="Times New Roman" panose="02020603050405020304" pitchFamily="18" charset="0"/>
              </a:rPr>
              <a:t>Nat. Hazards </a:t>
            </a:r>
            <a:r>
              <a:rPr lang="en-US" sz="1400" dirty="0">
                <a:latin typeface="Times New Roman" panose="02020603050405020304" pitchFamily="18" charset="0"/>
                <a:cs typeface="Times New Roman" panose="02020603050405020304" pitchFamily="18" charset="0"/>
              </a:rPr>
              <a:t>2022, </a:t>
            </a:r>
            <a:r>
              <a:rPr lang="en-US" sz="1400" i="1" dirty="0">
                <a:latin typeface="Times New Roman" panose="02020603050405020304" pitchFamily="18" charset="0"/>
                <a:cs typeface="Times New Roman" panose="02020603050405020304" pitchFamily="18" charset="0"/>
              </a:rPr>
              <a:t>110</a:t>
            </a:r>
            <a:r>
              <a:rPr lang="en-US" sz="1400" dirty="0">
                <a:latin typeface="Times New Roman" panose="02020603050405020304" pitchFamily="18" charset="0"/>
                <a:cs typeface="Times New Roman" panose="02020603050405020304" pitchFamily="18" charset="0"/>
              </a:rPr>
              <a:t>, 899–935.</a:t>
            </a:r>
            <a:endParaRPr sz="1400" dirty="0">
              <a:latin typeface="Times New Roman" panose="02020603050405020304" pitchFamily="18" charset="0"/>
              <a:ea typeface="Times New Roman"/>
              <a:cs typeface="Times New Roman" panose="02020603050405020304" pitchFamily="18" charset="0"/>
              <a:sym typeface="Times New Roman"/>
            </a:endParaRPr>
          </a:p>
        </p:txBody>
      </p:sp>
      <p:sp>
        <p:nvSpPr>
          <p:cNvPr id="313" name="Google Shape;313;p32"/>
          <p:cNvSpPr txBox="1">
            <a:spLocks noGrp="1"/>
          </p:cNvSpPr>
          <p:nvPr>
            <p:ph type="sldNum" idx="12"/>
          </p:nvPr>
        </p:nvSpPr>
        <p:spPr>
          <a:xfrm>
            <a:off x="8258967" y="6108173"/>
            <a:ext cx="4278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chemeClr val="dk1"/>
              </a:buClr>
              <a:buSzPts val="1000"/>
              <a:buFont typeface="Corbel"/>
              <a:buNone/>
            </a:pPr>
            <a:fld id="{00000000-1234-1234-1234-123412341234}" type="slidenum">
              <a:rPr lang="en-US"/>
              <a:t>15</a:t>
            </a:fld>
            <a:endParaRPr/>
          </a:p>
        </p:txBody>
      </p:sp>
      <p:pic>
        <p:nvPicPr>
          <p:cNvPr id="314" name="Google Shape;314;p32"/>
          <p:cNvPicPr preferRelativeResize="0"/>
          <p:nvPr/>
        </p:nvPicPr>
        <p:blipFill rotWithShape="1">
          <a:blip r:embed="rId3">
            <a:alphaModFix/>
          </a:blip>
          <a:srcRect/>
          <a:stretch/>
        </p:blipFill>
        <p:spPr>
          <a:xfrm>
            <a:off x="7622575" y="476675"/>
            <a:ext cx="851975" cy="6223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33"/>
          <p:cNvSpPr txBox="1">
            <a:spLocks noGrp="1"/>
          </p:cNvSpPr>
          <p:nvPr>
            <p:ph type="title"/>
          </p:nvPr>
        </p:nvSpPr>
        <p:spPr>
          <a:xfrm>
            <a:off x="982133" y="384702"/>
            <a:ext cx="7704667" cy="923981"/>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2800"/>
              <a:buFont typeface="Corbel"/>
              <a:buNone/>
            </a:pPr>
            <a:r>
              <a:rPr lang="en-US" sz="2800" b="1" dirty="0">
                <a:latin typeface="Times New Roman" panose="02020603050405020304" pitchFamily="18" charset="0"/>
                <a:cs typeface="Times New Roman" panose="02020603050405020304" pitchFamily="18" charset="0"/>
              </a:rPr>
              <a:t>References</a:t>
            </a:r>
            <a:endParaRPr sz="2400" dirty="0">
              <a:latin typeface="Times New Roman" panose="02020603050405020304" pitchFamily="18" charset="0"/>
              <a:cs typeface="Times New Roman" panose="02020603050405020304" pitchFamily="18" charset="0"/>
            </a:endParaRPr>
          </a:p>
        </p:txBody>
      </p:sp>
      <p:sp>
        <p:nvSpPr>
          <p:cNvPr id="320" name="Google Shape;320;p33"/>
          <p:cNvSpPr txBox="1">
            <a:spLocks noGrp="1"/>
          </p:cNvSpPr>
          <p:nvPr>
            <p:ph type="body" idx="1"/>
          </p:nvPr>
        </p:nvSpPr>
        <p:spPr>
          <a:xfrm>
            <a:off x="982133" y="1308683"/>
            <a:ext cx="7369387" cy="5413603"/>
          </a:xfrm>
          <a:prstGeom prst="rect">
            <a:avLst/>
          </a:prstGeom>
          <a:noFill/>
          <a:ln>
            <a:noFill/>
          </a:ln>
        </p:spPr>
        <p:txBody>
          <a:bodyPr spcFirstLastPara="1" wrap="square" lIns="91425" tIns="45700" rIns="91425" bIns="45700" anchor="ctr" anchorCtr="0">
            <a:normAutofit/>
          </a:bodyPr>
          <a:lstStyle/>
          <a:p>
            <a:pPr marL="62865" indent="0">
              <a:buNone/>
            </a:pPr>
            <a:r>
              <a:rPr lang="en-IN" sz="1400" dirty="0">
                <a:latin typeface="Times New Roman" panose="02020603050405020304" pitchFamily="18" charset="0"/>
                <a:cs typeface="Times New Roman" panose="02020603050405020304" pitchFamily="18" charset="0"/>
              </a:rPr>
              <a:t>[10] </a:t>
            </a:r>
            <a:r>
              <a:rPr lang="en-US" sz="1400" dirty="0" err="1">
                <a:latin typeface="Times New Roman" panose="02020603050405020304" pitchFamily="18" charset="0"/>
                <a:cs typeface="Times New Roman" panose="02020603050405020304" pitchFamily="18" charset="0"/>
              </a:rPr>
              <a:t>Pausas</a:t>
            </a:r>
            <a:r>
              <a:rPr lang="en-US" sz="1400" dirty="0">
                <a:latin typeface="Times New Roman" panose="02020603050405020304" pitchFamily="18" charset="0"/>
                <a:cs typeface="Times New Roman" panose="02020603050405020304" pitchFamily="18" charset="0"/>
              </a:rPr>
              <a:t>, J. G., &amp; Keeley, J. E. (2009). A burning story: The role of fire in the history of life. </a:t>
            </a:r>
            <a:r>
              <a:rPr lang="en-US" sz="1400" i="1" dirty="0" err="1">
                <a:latin typeface="Times New Roman" panose="02020603050405020304" pitchFamily="18" charset="0"/>
                <a:cs typeface="Times New Roman" panose="02020603050405020304" pitchFamily="18" charset="0"/>
              </a:rPr>
              <a:t>BioScience</a:t>
            </a:r>
            <a:r>
              <a:rPr lang="en-US"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59</a:t>
            </a:r>
            <a:r>
              <a:rPr lang="en-US" sz="1400" dirty="0">
                <a:latin typeface="Times New Roman" panose="02020603050405020304" pitchFamily="18" charset="0"/>
                <a:cs typeface="Times New Roman" panose="02020603050405020304" pitchFamily="18" charset="0"/>
              </a:rPr>
              <a:t>(7), 593–601. https://doi.org/10.1525/ </a:t>
            </a:r>
          </a:p>
          <a:p>
            <a:pPr marL="62865" indent="0">
              <a:buNone/>
            </a:pPr>
            <a:r>
              <a:rPr lang="en-US" sz="1400" dirty="0">
                <a:latin typeface="Times New Roman" panose="02020603050405020304" pitchFamily="18" charset="0"/>
                <a:cs typeface="Times New Roman" panose="02020603050405020304" pitchFamily="18" charset="0"/>
              </a:rPr>
              <a:t>bio.2009.59.7.10</a:t>
            </a:r>
          </a:p>
          <a:p>
            <a:pPr marL="62865" indent="0">
              <a:buNone/>
            </a:pPr>
            <a:endParaRPr lang="en-US" sz="1400" dirty="0">
              <a:latin typeface="Times New Roman" panose="02020603050405020304" pitchFamily="18" charset="0"/>
              <a:cs typeface="Times New Roman" panose="02020603050405020304" pitchFamily="18" charset="0"/>
            </a:endParaRPr>
          </a:p>
          <a:p>
            <a:pPr marL="62865" indent="0">
              <a:buNone/>
            </a:pPr>
            <a:r>
              <a:rPr lang="en-US" sz="1400" dirty="0">
                <a:latin typeface="Times New Roman" panose="02020603050405020304" pitchFamily="18" charset="0"/>
                <a:cs typeface="Times New Roman" panose="02020603050405020304" pitchFamily="18" charset="0"/>
              </a:rPr>
              <a:t>[11] San-Miguel-</a:t>
            </a:r>
            <a:r>
              <a:rPr lang="en-US" sz="1400" dirty="0" err="1">
                <a:latin typeface="Times New Roman" panose="02020603050405020304" pitchFamily="18" charset="0"/>
                <a:cs typeface="Times New Roman" panose="02020603050405020304" pitchFamily="18" charset="0"/>
              </a:rPr>
              <a:t>Ayanz</a:t>
            </a:r>
            <a:r>
              <a:rPr lang="en-US" sz="1400" dirty="0">
                <a:latin typeface="Times New Roman" panose="02020603050405020304" pitchFamily="18" charset="0"/>
                <a:cs typeface="Times New Roman" panose="02020603050405020304" pitchFamily="18" charset="0"/>
              </a:rPr>
              <a:t>, J., Schulte, E., Schmuck, G., &amp; Camia, A. (2013). The European forest fire information system in the context of </a:t>
            </a:r>
            <a:r>
              <a:rPr lang="en-US" sz="1400" dirty="0" err="1">
                <a:latin typeface="Times New Roman" panose="02020603050405020304" pitchFamily="18" charset="0"/>
                <a:cs typeface="Times New Roman" panose="02020603050405020304" pitchFamily="18" charset="0"/>
              </a:rPr>
              <a:t>environmental</a:t>
            </a:r>
            <a:r>
              <a:rPr lang="en-US" sz="1400" dirty="0">
                <a:latin typeface="Times New Roman" panose="02020603050405020304" pitchFamily="18" charset="0"/>
                <a:cs typeface="Times New Roman" panose="02020603050405020304" pitchFamily="18" charset="0"/>
              </a:rPr>
              <a:t> policies of the European Union. </a:t>
            </a:r>
            <a:r>
              <a:rPr lang="en-US" sz="1400" i="1" dirty="0">
                <a:latin typeface="Times New Roman" panose="02020603050405020304" pitchFamily="18" charset="0"/>
                <a:cs typeface="Times New Roman" panose="02020603050405020304" pitchFamily="18" charset="0"/>
              </a:rPr>
              <a:t>Forest Policy and Economics</a:t>
            </a:r>
            <a:r>
              <a:rPr lang="en-US"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29</a:t>
            </a:r>
            <a:r>
              <a:rPr lang="en-US" sz="1400" dirty="0">
                <a:latin typeface="Times New Roman" panose="02020603050405020304" pitchFamily="18" charset="0"/>
                <a:cs typeface="Times New Roman" panose="02020603050405020304" pitchFamily="18" charset="0"/>
              </a:rPr>
              <a:t>, 19–25. </a:t>
            </a:r>
            <a:r>
              <a:rPr lang="en-US" sz="1400" dirty="0">
                <a:latin typeface="Times New Roman" panose="02020603050405020304" pitchFamily="18" charset="0"/>
                <a:cs typeface="Times New Roman" panose="02020603050405020304" pitchFamily="18" charset="0"/>
                <a:hlinkClick r:id="rId3"/>
              </a:rPr>
              <a:t>https://doi.org/10.1016/j.forpol.2011.08.012</a:t>
            </a:r>
            <a:endParaRPr lang="en-US" sz="1400" dirty="0">
              <a:latin typeface="Times New Roman" panose="02020603050405020304" pitchFamily="18" charset="0"/>
              <a:cs typeface="Times New Roman" panose="02020603050405020304" pitchFamily="18" charset="0"/>
            </a:endParaRPr>
          </a:p>
          <a:p>
            <a:pPr marL="62865" indent="0">
              <a:buNone/>
            </a:pPr>
            <a:endParaRPr lang="en-US" sz="1400" dirty="0">
              <a:latin typeface="Times New Roman" panose="02020603050405020304" pitchFamily="18" charset="0"/>
              <a:cs typeface="Times New Roman" panose="02020603050405020304" pitchFamily="18" charset="0"/>
            </a:endParaRPr>
          </a:p>
          <a:p>
            <a:pPr marL="62865" indent="0">
              <a:buNone/>
            </a:pPr>
            <a:r>
              <a:rPr lang="en-US" sz="1400" dirty="0">
                <a:latin typeface="Times New Roman" panose="02020603050405020304" pitchFamily="18" charset="0"/>
                <a:cs typeface="Times New Roman" panose="02020603050405020304" pitchFamily="18" charset="0"/>
              </a:rPr>
              <a:t>[12] Fire Information for Resource Management System. Available online: https://firms.modaps.eosdis.nasa.gov/ (accessed on 29 July 2024).</a:t>
            </a:r>
          </a:p>
          <a:p>
            <a:pPr marL="62865" indent="0">
              <a:buNone/>
            </a:pPr>
            <a:endParaRPr lang="en-US" sz="1400" dirty="0">
              <a:latin typeface="Times New Roman" panose="02020603050405020304" pitchFamily="18" charset="0"/>
              <a:cs typeface="Times New Roman" panose="02020603050405020304" pitchFamily="18" charset="0"/>
            </a:endParaRPr>
          </a:p>
          <a:p>
            <a:pPr marL="62865" indent="0">
              <a:buNone/>
            </a:pPr>
            <a:r>
              <a:rPr lang="en-US" sz="1400" dirty="0">
                <a:latin typeface="Times New Roman" panose="02020603050405020304" pitchFamily="18" charset="0"/>
                <a:cs typeface="Times New Roman" panose="02020603050405020304" pitchFamily="18" charset="0"/>
              </a:rPr>
              <a:t>[13] Bailon-Ruiz, R., Bit-Monnot, A. &amp; Lacroix, S. Real-time wildfire monitoring with a fleet of </a:t>
            </a:r>
            <a:r>
              <a:rPr lang="en-US" sz="1400" dirty="0" err="1">
                <a:latin typeface="Times New Roman" panose="02020603050405020304" pitchFamily="18" charset="0"/>
                <a:cs typeface="Times New Roman" panose="02020603050405020304" pitchFamily="18" charset="0"/>
              </a:rPr>
              <a:t>uavs</a:t>
            </a:r>
            <a:r>
              <a:rPr lang="en-US"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Robot. Auton. Syst. </a:t>
            </a:r>
            <a:r>
              <a:rPr lang="en-US" sz="1400" dirty="0">
                <a:latin typeface="Times New Roman" panose="02020603050405020304" pitchFamily="18" charset="0"/>
                <a:cs typeface="Times New Roman" panose="02020603050405020304" pitchFamily="18" charset="0"/>
              </a:rPr>
              <a:t>152, 104071 (2022).</a:t>
            </a:r>
          </a:p>
          <a:p>
            <a:pPr marL="62865" indent="0">
              <a:buNone/>
            </a:pPr>
            <a:endParaRPr lang="en-US" sz="1400" dirty="0">
              <a:latin typeface="Times New Roman" panose="02020603050405020304" pitchFamily="18" charset="0"/>
              <a:cs typeface="Times New Roman" panose="02020603050405020304" pitchFamily="18" charset="0"/>
            </a:endParaRPr>
          </a:p>
          <a:p>
            <a:pPr marL="62865" indent="0">
              <a:buNone/>
            </a:pPr>
            <a:r>
              <a:rPr lang="en-US" sz="1400" dirty="0">
                <a:latin typeface="Times New Roman" panose="02020603050405020304" pitchFamily="18" charset="0"/>
                <a:cs typeface="Times New Roman" panose="02020603050405020304" pitchFamily="18" charset="0"/>
              </a:rPr>
              <a:t>[14] Oliveira, S. </a:t>
            </a:r>
            <a:r>
              <a:rPr lang="en-US" sz="1400" i="1" dirty="0">
                <a:latin typeface="Times New Roman" panose="02020603050405020304" pitchFamily="18" charset="0"/>
                <a:cs typeface="Times New Roman" panose="02020603050405020304" pitchFamily="18" charset="0"/>
              </a:rPr>
              <a:t>et al.</a:t>
            </a:r>
            <a:r>
              <a:rPr lang="en-US" sz="1400" dirty="0">
                <a:latin typeface="Times New Roman" panose="02020603050405020304" pitchFamily="18" charset="0"/>
                <a:cs typeface="Times New Roman" panose="02020603050405020304" pitchFamily="18" charset="0"/>
              </a:rPr>
              <a:t> Assessing risk and prioritizing safety interventions in human settlements affected by large wildfires. </a:t>
            </a:r>
            <a:r>
              <a:rPr lang="en-US" sz="1400" i="1" dirty="0">
                <a:latin typeface="Times New Roman" panose="02020603050405020304" pitchFamily="18" charset="0"/>
                <a:cs typeface="Times New Roman" panose="02020603050405020304" pitchFamily="18" charset="0"/>
              </a:rPr>
              <a:t>Forests </a:t>
            </a:r>
            <a:r>
              <a:rPr lang="en-US" sz="1400" dirty="0">
                <a:latin typeface="Times New Roman" panose="02020603050405020304" pitchFamily="18" charset="0"/>
                <a:cs typeface="Times New Roman" panose="02020603050405020304" pitchFamily="18" charset="0"/>
              </a:rPr>
              <a:t>11, 859 (2020).</a:t>
            </a:r>
            <a:endParaRPr sz="1400" dirty="0">
              <a:latin typeface="Times New Roman" panose="02020603050405020304" pitchFamily="18" charset="0"/>
              <a:cs typeface="Times New Roman" panose="02020603050405020304" pitchFamily="18" charset="0"/>
            </a:endParaRPr>
          </a:p>
        </p:txBody>
      </p:sp>
      <p:pic>
        <p:nvPicPr>
          <p:cNvPr id="322" name="Google Shape;322;p33"/>
          <p:cNvPicPr preferRelativeResize="0"/>
          <p:nvPr/>
        </p:nvPicPr>
        <p:blipFill rotWithShape="1">
          <a:blip r:embed="rId4">
            <a:alphaModFix/>
          </a:blip>
          <a:srcRect/>
          <a:stretch/>
        </p:blipFill>
        <p:spPr>
          <a:xfrm>
            <a:off x="7622575" y="476675"/>
            <a:ext cx="851975" cy="6223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34"/>
          <p:cNvSpPr txBox="1">
            <a:spLocks noGrp="1"/>
          </p:cNvSpPr>
          <p:nvPr>
            <p:ph type="title"/>
          </p:nvPr>
        </p:nvSpPr>
        <p:spPr>
          <a:xfrm>
            <a:off x="982133" y="457201"/>
            <a:ext cx="7704667" cy="885038"/>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2800"/>
              <a:buFont typeface="Corbel"/>
              <a:buNone/>
            </a:pPr>
            <a:r>
              <a:rPr lang="en-US" sz="2800" b="1" dirty="0">
                <a:latin typeface="Times New Roman" panose="02020603050405020304" pitchFamily="18" charset="0"/>
                <a:cs typeface="Times New Roman" panose="02020603050405020304" pitchFamily="18" charset="0"/>
              </a:rPr>
              <a:t>References</a:t>
            </a:r>
            <a:endParaRPr sz="2400" dirty="0">
              <a:latin typeface="Times New Roman" panose="02020603050405020304" pitchFamily="18" charset="0"/>
              <a:cs typeface="Times New Roman" panose="02020603050405020304" pitchFamily="18" charset="0"/>
            </a:endParaRPr>
          </a:p>
        </p:txBody>
      </p:sp>
      <p:sp>
        <p:nvSpPr>
          <p:cNvPr id="328" name="Google Shape;328;p34"/>
          <p:cNvSpPr txBox="1">
            <a:spLocks noGrp="1"/>
          </p:cNvSpPr>
          <p:nvPr>
            <p:ph type="body" idx="1"/>
          </p:nvPr>
        </p:nvSpPr>
        <p:spPr>
          <a:xfrm>
            <a:off x="788565" y="1140903"/>
            <a:ext cx="7898235" cy="5561901"/>
          </a:xfrm>
          <a:prstGeom prst="rect">
            <a:avLst/>
          </a:prstGeom>
          <a:noFill/>
          <a:ln>
            <a:noFill/>
          </a:ln>
        </p:spPr>
        <p:txBody>
          <a:bodyPr spcFirstLastPara="1" wrap="square" lIns="91425" tIns="45700" rIns="91425" bIns="45700" anchor="ctr" anchorCtr="0">
            <a:normAutofit/>
          </a:bodyPr>
          <a:lstStyle/>
          <a:p>
            <a:pPr marL="62865" indent="0">
              <a:buNone/>
            </a:pPr>
            <a:r>
              <a:rPr lang="en-IN" sz="1400" dirty="0">
                <a:latin typeface="Times New Roman" panose="02020603050405020304" pitchFamily="18" charset="0"/>
                <a:ea typeface="Times New Roman"/>
                <a:cs typeface="Times New Roman" panose="02020603050405020304" pitchFamily="18" charset="0"/>
                <a:sym typeface="Times New Roman"/>
              </a:rPr>
              <a:t>[15]</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Thevenaz</a:t>
            </a:r>
            <a:r>
              <a:rPr lang="en-IN" sz="1400" dirty="0">
                <a:latin typeface="Times New Roman" panose="02020603050405020304" pitchFamily="18" charset="0"/>
                <a:cs typeface="Times New Roman" panose="02020603050405020304" pitchFamily="18" charset="0"/>
              </a:rPr>
              <a:t>, P.; Unser, M. Optimization of mutual information for multiresolution image registration. </a:t>
            </a:r>
            <a:r>
              <a:rPr lang="en-IN" sz="1400" i="1" dirty="0">
                <a:latin typeface="Times New Roman" panose="02020603050405020304" pitchFamily="18" charset="0"/>
                <a:cs typeface="Times New Roman" panose="02020603050405020304" pitchFamily="18" charset="0"/>
              </a:rPr>
              <a:t>IEEE Trans. Image Process. A Publ. IEEE Signal Process. Soc. </a:t>
            </a:r>
            <a:r>
              <a:rPr lang="en-IN" sz="1400" dirty="0">
                <a:latin typeface="Times New Roman" panose="02020603050405020304" pitchFamily="18" charset="0"/>
                <a:cs typeface="Times New Roman" panose="02020603050405020304" pitchFamily="18" charset="0"/>
              </a:rPr>
              <a:t>2000, </a:t>
            </a:r>
            <a:r>
              <a:rPr lang="en-IN" sz="1400" i="1" dirty="0">
                <a:latin typeface="Times New Roman" panose="02020603050405020304" pitchFamily="18" charset="0"/>
                <a:cs typeface="Times New Roman" panose="02020603050405020304" pitchFamily="18" charset="0"/>
              </a:rPr>
              <a:t>9</a:t>
            </a:r>
            <a:r>
              <a:rPr lang="en-IN" sz="1400" dirty="0">
                <a:latin typeface="Times New Roman" panose="02020603050405020304" pitchFamily="18" charset="0"/>
                <a:cs typeface="Times New Roman" panose="02020603050405020304" pitchFamily="18" charset="0"/>
              </a:rPr>
              <a:t>, 2083–2099.</a:t>
            </a:r>
          </a:p>
          <a:p>
            <a:pPr marL="62865" indent="0">
              <a:buNone/>
            </a:pPr>
            <a:endParaRPr lang="en-IN" sz="1400" dirty="0">
              <a:latin typeface="Times New Roman" panose="02020603050405020304" pitchFamily="18" charset="0"/>
              <a:ea typeface="Times New Roman"/>
              <a:cs typeface="Times New Roman" panose="02020603050405020304" pitchFamily="18" charset="0"/>
              <a:sym typeface="Times New Roman"/>
            </a:endParaRPr>
          </a:p>
          <a:p>
            <a:pPr marL="62865" indent="0">
              <a:buNone/>
            </a:pPr>
            <a:r>
              <a:rPr lang="en-IN" sz="1400" dirty="0">
                <a:latin typeface="Times New Roman" panose="02020603050405020304" pitchFamily="18" charset="0"/>
                <a:ea typeface="Times New Roman"/>
                <a:cs typeface="Times New Roman" panose="02020603050405020304" pitchFamily="18" charset="0"/>
                <a:sym typeface="Times New Roman"/>
              </a:rPr>
              <a:t>[16]</a:t>
            </a:r>
            <a:r>
              <a:rPr lang="en-IN" sz="1400" dirty="0">
                <a:latin typeface="Times New Roman" panose="02020603050405020304" pitchFamily="18" charset="0"/>
                <a:cs typeface="Times New Roman" panose="02020603050405020304" pitchFamily="18" charset="0"/>
              </a:rPr>
              <a:t> Davies, D.K.; </a:t>
            </a:r>
            <a:r>
              <a:rPr lang="en-IN" sz="1400" dirty="0" err="1">
                <a:latin typeface="Times New Roman" panose="02020603050405020304" pitchFamily="18" charset="0"/>
                <a:cs typeface="Times New Roman" panose="02020603050405020304" pitchFamily="18" charset="0"/>
              </a:rPr>
              <a:t>Ilavajhala</a:t>
            </a:r>
            <a:r>
              <a:rPr lang="en-IN" sz="1400" dirty="0">
                <a:latin typeface="Times New Roman" panose="02020603050405020304" pitchFamily="18" charset="0"/>
                <a:cs typeface="Times New Roman" panose="02020603050405020304" pitchFamily="18" charset="0"/>
              </a:rPr>
              <a:t>, S.; Wong, M.M.; Justice, C.O. Fire information for resource management system: Archiving and distributing MODIS active fire data. </a:t>
            </a:r>
            <a:r>
              <a:rPr lang="en-IN" sz="1400" i="1" dirty="0">
                <a:latin typeface="Times New Roman" panose="02020603050405020304" pitchFamily="18" charset="0"/>
                <a:cs typeface="Times New Roman" panose="02020603050405020304" pitchFamily="18" charset="0"/>
              </a:rPr>
              <a:t>IEEE Trans. </a:t>
            </a:r>
            <a:r>
              <a:rPr lang="en-IN" sz="1400" i="1" dirty="0" err="1">
                <a:latin typeface="Times New Roman" panose="02020603050405020304" pitchFamily="18" charset="0"/>
                <a:cs typeface="Times New Roman" panose="02020603050405020304" pitchFamily="18" charset="0"/>
              </a:rPr>
              <a:t>Geosci</a:t>
            </a:r>
            <a:r>
              <a:rPr lang="en-IN" sz="1400" i="1" dirty="0">
                <a:latin typeface="Times New Roman" panose="02020603050405020304" pitchFamily="18" charset="0"/>
                <a:cs typeface="Times New Roman" panose="02020603050405020304" pitchFamily="18" charset="0"/>
              </a:rPr>
              <a:t>. Remote Sens. </a:t>
            </a:r>
            <a:r>
              <a:rPr lang="en-IN" sz="1400" dirty="0">
                <a:latin typeface="Times New Roman" panose="02020603050405020304" pitchFamily="18" charset="0"/>
                <a:cs typeface="Times New Roman" panose="02020603050405020304" pitchFamily="18" charset="0"/>
              </a:rPr>
              <a:t>2008, </a:t>
            </a:r>
            <a:r>
              <a:rPr lang="en-IN" sz="1400" i="1" dirty="0">
                <a:latin typeface="Times New Roman" panose="02020603050405020304" pitchFamily="18" charset="0"/>
                <a:cs typeface="Times New Roman" panose="02020603050405020304" pitchFamily="18" charset="0"/>
              </a:rPr>
              <a:t>47</a:t>
            </a:r>
            <a:r>
              <a:rPr lang="en-IN" sz="1400" dirty="0">
                <a:latin typeface="Times New Roman" panose="02020603050405020304" pitchFamily="18" charset="0"/>
                <a:cs typeface="Times New Roman" panose="02020603050405020304" pitchFamily="18" charset="0"/>
              </a:rPr>
              <a:t>, 72–79. </a:t>
            </a:r>
          </a:p>
          <a:p>
            <a:pPr marL="62865" indent="0">
              <a:buNone/>
            </a:pPr>
            <a:endParaRPr lang="en-IN" sz="1400" dirty="0">
              <a:latin typeface="Times New Roman" panose="02020603050405020304" pitchFamily="18" charset="0"/>
              <a:cs typeface="Times New Roman" panose="02020603050405020304" pitchFamily="18" charset="0"/>
            </a:endParaRPr>
          </a:p>
          <a:p>
            <a:pPr marL="62865" indent="0">
              <a:buNone/>
            </a:pPr>
            <a:r>
              <a:rPr lang="en-IN" sz="1400" dirty="0">
                <a:latin typeface="Times New Roman" panose="02020603050405020304" pitchFamily="18" charset="0"/>
                <a:ea typeface="Times New Roman"/>
                <a:cs typeface="Times New Roman" panose="02020603050405020304" pitchFamily="18" charset="0"/>
                <a:sym typeface="Times New Roman"/>
              </a:rPr>
              <a:t>[17]</a:t>
            </a:r>
            <a:r>
              <a:rPr lang="en-US" sz="1400" dirty="0">
                <a:latin typeface="Times New Roman" panose="02020603050405020304" pitchFamily="18" charset="0"/>
                <a:cs typeface="Times New Roman" panose="02020603050405020304" pitchFamily="18" charset="0"/>
              </a:rPr>
              <a:t> Collins, L.; Griffioen, P.; Newell, G.; Mellor, A. The utility of Random Forests for wildfire severity mapping. </a:t>
            </a:r>
            <a:r>
              <a:rPr lang="en-US" sz="1400" i="1" dirty="0">
                <a:latin typeface="Times New Roman" panose="02020603050405020304" pitchFamily="18" charset="0"/>
                <a:cs typeface="Times New Roman" panose="02020603050405020304" pitchFamily="18" charset="0"/>
              </a:rPr>
              <a:t>Remote Sens. Environ. </a:t>
            </a:r>
            <a:r>
              <a:rPr lang="en-US" sz="1400" dirty="0">
                <a:latin typeface="Times New Roman" panose="02020603050405020304" pitchFamily="18" charset="0"/>
                <a:cs typeface="Times New Roman" panose="02020603050405020304" pitchFamily="18" charset="0"/>
              </a:rPr>
              <a:t>2018, </a:t>
            </a:r>
            <a:r>
              <a:rPr lang="en-US" sz="1400" i="1" dirty="0">
                <a:latin typeface="Times New Roman" panose="02020603050405020304" pitchFamily="18" charset="0"/>
                <a:cs typeface="Times New Roman" panose="02020603050405020304" pitchFamily="18" charset="0"/>
              </a:rPr>
              <a:t>216</a:t>
            </a:r>
            <a:r>
              <a:rPr lang="en-US" sz="1400" dirty="0">
                <a:latin typeface="Times New Roman" panose="02020603050405020304" pitchFamily="18" charset="0"/>
                <a:cs typeface="Times New Roman" panose="02020603050405020304" pitchFamily="18" charset="0"/>
              </a:rPr>
              <a:t>, 374–384.</a:t>
            </a:r>
          </a:p>
          <a:p>
            <a:pPr marL="62865" indent="0">
              <a:buNone/>
            </a:pPr>
            <a:endParaRPr lang="en-US" sz="1400" dirty="0">
              <a:latin typeface="Times New Roman" panose="02020603050405020304" pitchFamily="18" charset="0"/>
              <a:cs typeface="Times New Roman" panose="02020603050405020304" pitchFamily="18" charset="0"/>
            </a:endParaRPr>
          </a:p>
          <a:p>
            <a:pPr marL="62865" indent="0">
              <a:buNone/>
            </a:pPr>
            <a:r>
              <a:rPr lang="en-US" sz="1400" dirty="0">
                <a:latin typeface="Times New Roman" panose="02020603050405020304" pitchFamily="18" charset="0"/>
                <a:ea typeface="Times New Roman"/>
                <a:cs typeface="Times New Roman" panose="02020603050405020304" pitchFamily="18" charset="0"/>
                <a:sym typeface="Times New Roman"/>
              </a:rPr>
              <a:t>[18]</a:t>
            </a:r>
            <a:r>
              <a:rPr lang="en-IN" sz="1400" dirty="0">
                <a:latin typeface="Times New Roman" panose="02020603050405020304" pitchFamily="18" charset="0"/>
                <a:cs typeface="Times New Roman" panose="02020603050405020304" pitchFamily="18" charset="0"/>
              </a:rPr>
              <a:t> Branco, P., Ribeiro, R.P., </a:t>
            </a:r>
            <a:r>
              <a:rPr lang="en-IN" sz="1400" dirty="0" err="1">
                <a:latin typeface="Times New Roman" panose="02020603050405020304" pitchFamily="18" charset="0"/>
                <a:cs typeface="Times New Roman" panose="02020603050405020304" pitchFamily="18" charset="0"/>
              </a:rPr>
              <a:t>Torgo</a:t>
            </a:r>
            <a:r>
              <a:rPr lang="en-IN" sz="1400" dirty="0">
                <a:latin typeface="Times New Roman" panose="02020603050405020304" pitchFamily="18" charset="0"/>
                <a:cs typeface="Times New Roman" panose="02020603050405020304" pitchFamily="18" charset="0"/>
              </a:rPr>
              <a:t>, L., 2016. UBL: an R package for utility-based learning. </a:t>
            </a:r>
          </a:p>
          <a:p>
            <a:pPr marL="62865" indent="0">
              <a:buNone/>
            </a:pPr>
            <a:r>
              <a:rPr lang="en-IN" sz="1400" dirty="0" err="1">
                <a:latin typeface="Times New Roman" panose="02020603050405020304" pitchFamily="18" charset="0"/>
                <a:cs typeface="Times New Roman" panose="02020603050405020304" pitchFamily="18" charset="0"/>
              </a:rPr>
              <a:t>arXiv</a:t>
            </a:r>
            <a:r>
              <a:rPr lang="en-IN" sz="1400" dirty="0">
                <a:latin typeface="Times New Roman" panose="02020603050405020304" pitchFamily="18" charset="0"/>
                <a:cs typeface="Times New Roman" panose="02020603050405020304" pitchFamily="18" charset="0"/>
              </a:rPr>
              <a:t> preprint arXiv:1604.08079.</a:t>
            </a:r>
          </a:p>
          <a:p>
            <a:pPr marL="62865" indent="0">
              <a:buNone/>
            </a:pPr>
            <a:endParaRPr lang="en-IN" sz="1400" dirty="0">
              <a:latin typeface="Times New Roman" panose="02020603050405020304" pitchFamily="18" charset="0"/>
              <a:ea typeface="Times New Roman"/>
              <a:cs typeface="Times New Roman" panose="02020603050405020304" pitchFamily="18" charset="0"/>
              <a:sym typeface="Times New Roman"/>
            </a:endParaRPr>
          </a:p>
          <a:p>
            <a:pPr marL="62865" indent="0">
              <a:buNone/>
            </a:pPr>
            <a:r>
              <a:rPr lang="en-IN" sz="1400" dirty="0">
                <a:latin typeface="Times New Roman" panose="02020603050405020304" pitchFamily="18" charset="0"/>
                <a:ea typeface="Times New Roman"/>
                <a:cs typeface="Times New Roman" panose="02020603050405020304" pitchFamily="18" charset="0"/>
                <a:sym typeface="Times New Roman"/>
              </a:rPr>
              <a:t>[19]</a:t>
            </a:r>
            <a:r>
              <a:rPr lang="en-US" sz="1400" dirty="0">
                <a:latin typeface="Times New Roman" panose="02020603050405020304" pitchFamily="18" charset="0"/>
                <a:cs typeface="Times New Roman" panose="02020603050405020304" pitchFamily="18" charset="0"/>
              </a:rPr>
              <a:t> Zhang, S., Pan, M., 2024. An </a:t>
            </a:r>
            <a:r>
              <a:rPr lang="en-US" sz="1400" dirty="0" err="1">
                <a:latin typeface="Times New Roman" panose="02020603050405020304" pitchFamily="18" charset="0"/>
                <a:cs typeface="Times New Roman" panose="02020603050405020304" pitchFamily="18" charset="0"/>
              </a:rPr>
              <a:t>AutoML</a:t>
            </a:r>
            <a:r>
              <a:rPr lang="en-US" sz="1400" dirty="0">
                <a:latin typeface="Times New Roman" panose="02020603050405020304" pitchFamily="18" charset="0"/>
                <a:cs typeface="Times New Roman" panose="02020603050405020304" pitchFamily="18" charset="0"/>
              </a:rPr>
              <a:t>-Powered analysis framework for forest fire </a:t>
            </a:r>
          </a:p>
          <a:p>
            <a:pPr marL="62865" indent="0">
              <a:buNone/>
            </a:pPr>
            <a:r>
              <a:rPr lang="en-US" sz="1400" dirty="0">
                <a:latin typeface="Times New Roman" panose="02020603050405020304" pitchFamily="18" charset="0"/>
                <a:cs typeface="Times New Roman" panose="02020603050405020304" pitchFamily="18" charset="0"/>
              </a:rPr>
              <a:t>forecasting: Adapting to climate change dynamics. Atmosphere 15 (12), 1481.</a:t>
            </a:r>
            <a:endParaRPr sz="1400" dirty="0">
              <a:latin typeface="Times New Roman" panose="02020603050405020304" pitchFamily="18" charset="0"/>
              <a:ea typeface="Times New Roman"/>
              <a:cs typeface="Times New Roman" panose="02020603050405020304" pitchFamily="18" charset="0"/>
              <a:sym typeface="Times New Roman"/>
            </a:endParaRPr>
          </a:p>
        </p:txBody>
      </p:sp>
      <p:sp>
        <p:nvSpPr>
          <p:cNvPr id="329" name="Google Shape;329;p34"/>
          <p:cNvSpPr txBox="1">
            <a:spLocks noGrp="1"/>
          </p:cNvSpPr>
          <p:nvPr>
            <p:ph type="sldNum" idx="12"/>
          </p:nvPr>
        </p:nvSpPr>
        <p:spPr>
          <a:xfrm>
            <a:off x="8258967" y="6108173"/>
            <a:ext cx="4278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chemeClr val="dk1"/>
              </a:buClr>
              <a:buSzPts val="1000"/>
              <a:buFont typeface="Corbel"/>
              <a:buNone/>
            </a:pPr>
            <a:fld id="{00000000-1234-1234-1234-123412341234}" type="slidenum">
              <a:rPr lang="en-US"/>
              <a:t>17</a:t>
            </a:fld>
            <a:endParaRPr/>
          </a:p>
        </p:txBody>
      </p:sp>
      <p:pic>
        <p:nvPicPr>
          <p:cNvPr id="330" name="Google Shape;330;p34"/>
          <p:cNvPicPr preferRelativeResize="0"/>
          <p:nvPr/>
        </p:nvPicPr>
        <p:blipFill rotWithShape="1">
          <a:blip r:embed="rId3">
            <a:alphaModFix/>
          </a:blip>
          <a:srcRect/>
          <a:stretch/>
        </p:blipFill>
        <p:spPr>
          <a:xfrm>
            <a:off x="7620908" y="518603"/>
            <a:ext cx="851975" cy="6223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35"/>
          <p:cNvSpPr txBox="1">
            <a:spLocks noGrp="1"/>
          </p:cNvSpPr>
          <p:nvPr>
            <p:ph type="body" idx="1"/>
          </p:nvPr>
        </p:nvSpPr>
        <p:spPr>
          <a:xfrm>
            <a:off x="671900" y="602400"/>
            <a:ext cx="7738500" cy="51435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SzPts val="2040"/>
              <a:buNone/>
            </a:pPr>
            <a:endParaRPr b="1" dirty="0"/>
          </a:p>
          <a:p>
            <a:pPr marL="0" lvl="0" indent="0" algn="ctr" rtl="0">
              <a:spcBef>
                <a:spcPts val="480"/>
              </a:spcBef>
              <a:spcAft>
                <a:spcPts val="0"/>
              </a:spcAft>
              <a:buSzPts val="2040"/>
              <a:buNone/>
            </a:pPr>
            <a:endParaRPr b="1" dirty="0"/>
          </a:p>
          <a:p>
            <a:pPr marL="0" lvl="0" indent="0" algn="ctr" rtl="0">
              <a:spcBef>
                <a:spcPts val="480"/>
              </a:spcBef>
              <a:spcAft>
                <a:spcPts val="0"/>
              </a:spcAft>
              <a:buSzPts val="2040"/>
              <a:buNone/>
            </a:pPr>
            <a:endParaRPr b="1" dirty="0"/>
          </a:p>
          <a:p>
            <a:pPr marL="0" lvl="0" indent="0" algn="ctr" rtl="0">
              <a:spcBef>
                <a:spcPts val="800"/>
              </a:spcBef>
              <a:spcAft>
                <a:spcPts val="0"/>
              </a:spcAft>
              <a:buSzPts val="3400"/>
              <a:buNone/>
            </a:pPr>
            <a:endParaRPr sz="4000" b="1" dirty="0"/>
          </a:p>
          <a:p>
            <a:pPr marL="0" lvl="0" indent="0" algn="ctr" rtl="0">
              <a:spcBef>
                <a:spcPts val="800"/>
              </a:spcBef>
              <a:spcAft>
                <a:spcPts val="0"/>
              </a:spcAft>
              <a:buSzPts val="3400"/>
              <a:buNone/>
            </a:pPr>
            <a:r>
              <a:rPr lang="en-US" sz="4000" b="1" dirty="0">
                <a:solidFill>
                  <a:schemeClr val="dk1"/>
                </a:solidFill>
                <a:latin typeface="Times New Roman" panose="02020603050405020304" pitchFamily="18" charset="0"/>
                <a:cs typeface="Times New Roman" panose="02020603050405020304" pitchFamily="18" charset="0"/>
              </a:rPr>
              <a:t>THANK YOU</a:t>
            </a:r>
            <a:endParaRPr b="1" dirty="0">
              <a:latin typeface="Times New Roman" panose="02020603050405020304" pitchFamily="18" charset="0"/>
              <a:cs typeface="Times New Roman" panose="02020603050405020304" pitchFamily="18" charset="0"/>
            </a:endParaRPr>
          </a:p>
        </p:txBody>
      </p:sp>
      <p:sp>
        <p:nvSpPr>
          <p:cNvPr id="336" name="Google Shape;336;p35"/>
          <p:cNvSpPr txBox="1">
            <a:spLocks noGrp="1"/>
          </p:cNvSpPr>
          <p:nvPr>
            <p:ph type="sldNum" idx="12"/>
          </p:nvPr>
        </p:nvSpPr>
        <p:spPr>
          <a:xfrm>
            <a:off x="8258967" y="6108173"/>
            <a:ext cx="4278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00"/>
              <a:buFont typeface="Corbel"/>
              <a:buNone/>
            </a:pPr>
            <a:fld id="{00000000-1234-1234-1234-123412341234}" type="slidenum">
              <a:rPr lang="en-US">
                <a:solidFill>
                  <a:srgbClr val="000000"/>
                </a:solidFill>
              </a:rPr>
              <a:t>18</a:t>
            </a:fld>
            <a:endParaRPr>
              <a:solidFill>
                <a:srgbClr val="000000"/>
              </a:solidFill>
            </a:endParaRPr>
          </a:p>
        </p:txBody>
      </p:sp>
      <p:pic>
        <p:nvPicPr>
          <p:cNvPr id="337" name="Google Shape;337;p35"/>
          <p:cNvPicPr preferRelativeResize="0"/>
          <p:nvPr/>
        </p:nvPicPr>
        <p:blipFill rotWithShape="1">
          <a:blip r:embed="rId3">
            <a:alphaModFix/>
          </a:blip>
          <a:srcRect/>
          <a:stretch/>
        </p:blipFill>
        <p:spPr>
          <a:xfrm>
            <a:off x="7622575" y="476675"/>
            <a:ext cx="851975" cy="622300"/>
          </a:xfrm>
          <a:prstGeom prst="rect">
            <a:avLst/>
          </a:prstGeom>
          <a:noFill/>
          <a:ln>
            <a:noFill/>
          </a:ln>
        </p:spPr>
      </p:pic>
    </p:spTree>
  </p:cSld>
  <p:clrMapOvr>
    <a:masterClrMapping/>
  </p:clrMapOvr>
</p:sld>
</file>

<file path=ppt/theme/theme1.xml><?xml version="1.0" encoding="utf-8"?>
<a:theme xmlns:a="http://schemas.openxmlformats.org/drawingml/2006/main" name="Parallax">
  <a:themeElements>
    <a:clrScheme name="Parallax">
      <a:dk1>
        <a:srgbClr val="000000"/>
      </a:dk1>
      <a:lt1>
        <a:srgbClr val="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TotalTime>
  <Words>3622</Words>
  <Application>Microsoft Office PowerPoint</Application>
  <PresentationFormat>On-screen Show (4:3)</PresentationFormat>
  <Paragraphs>349</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Corbel</vt:lpstr>
      <vt:lpstr>Times New Roman</vt:lpstr>
      <vt:lpstr>Arial</vt:lpstr>
      <vt:lpstr>Constantia</vt:lpstr>
      <vt:lpstr>Calibri</vt:lpstr>
      <vt:lpstr>Parallax</vt:lpstr>
      <vt:lpstr>FireSentry: An AI-Driven Early Warning System for Forest Fire Risk Prediction in Uttarakhand</vt:lpstr>
      <vt:lpstr>OUTLINE</vt:lpstr>
      <vt:lpstr>Introduction</vt:lpstr>
      <vt:lpstr>Problem Statement</vt:lpstr>
      <vt:lpstr>Abstract</vt:lpstr>
      <vt:lpstr>Literature Survey</vt:lpstr>
      <vt:lpstr>Literature Survey</vt:lpstr>
      <vt:lpstr>Literature Survey</vt:lpstr>
      <vt:lpstr>Literature Survey</vt:lpstr>
      <vt:lpstr>Literature Survey</vt:lpstr>
      <vt:lpstr>Literature Survey</vt:lpstr>
      <vt:lpstr>Literature Survey</vt:lpstr>
      <vt:lpstr>Comparison of the existing methods</vt:lpstr>
      <vt:lpstr>References</vt:lpstr>
      <vt:lpstr>References</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Sanjana Srinivas</dc:creator>
  <cp:lastModifiedBy>Sam Jacob</cp:lastModifiedBy>
  <cp:revision>4</cp:revision>
  <dcterms:modified xsi:type="dcterms:W3CDTF">2025-10-15T16:42:42Z</dcterms:modified>
</cp:coreProperties>
</file>